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86ac8ee1e4a1c" /><Relationship Type="http://schemas.openxmlformats.org/officeDocument/2006/relationships/extended-properties" Target="/docProps/app.xml" Id="R373a2a68f67340af" /><Relationship Type="http://schemas.openxmlformats.org/officeDocument/2006/relationships/officeDocument" Target="/ppt/presentation.xml" Id="Rbdcf46bed63f40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207019b4842d8"/>
  </p:sldMasterIdLst>
  <p:notesMasterIdLst>
    <p:notesMasterId xmlns:r="http://schemas.openxmlformats.org/officeDocument/2006/relationships" r:id="R1f236401047b4335"/>
  </p:notesMasterIdLst>
  <p:sldIdLst>
    <p:sldId xmlns:r="http://schemas.openxmlformats.org/officeDocument/2006/relationships" id="256" r:id="Rc0f9a45964224750"/>
    <p:sldId xmlns:r="http://schemas.openxmlformats.org/officeDocument/2006/relationships" id="257" r:id="R450da6e9c6374a7a"/>
    <p:sldId xmlns:r="http://schemas.openxmlformats.org/officeDocument/2006/relationships" id="258" r:id="Rf33fc25830914381"/>
    <p:sldId xmlns:r="http://schemas.openxmlformats.org/officeDocument/2006/relationships" id="259" r:id="Re5ad39a97c8a4e8a"/>
    <p:sldId xmlns:r="http://schemas.openxmlformats.org/officeDocument/2006/relationships" id="260" r:id="R4aa5de881abc43a1"/>
    <p:sldId xmlns:r="http://schemas.openxmlformats.org/officeDocument/2006/relationships" id="261" r:id="R386a197c05f248db"/>
    <p:sldId xmlns:r="http://schemas.openxmlformats.org/officeDocument/2006/relationships" id="262" r:id="R00b885d164fb4f27"/>
    <p:sldId xmlns:r="http://schemas.openxmlformats.org/officeDocument/2006/relationships" id="263" r:id="R9a943d0f11c6451c"/>
    <p:sldId xmlns:r="http://schemas.openxmlformats.org/officeDocument/2006/relationships" id="264" r:id="R0bcafc8c71a14cc4"/>
    <p:sldId xmlns:r="http://schemas.openxmlformats.org/officeDocument/2006/relationships" id="265" r:id="Ra92c620e75dc4540"/>
    <p:sldId xmlns:r="http://schemas.openxmlformats.org/officeDocument/2006/relationships" id="266" r:id="R825514deba584fe2"/>
    <p:sldId xmlns:r="http://schemas.openxmlformats.org/officeDocument/2006/relationships" id="267" r:id="R12072dda598c4248"/>
    <p:sldId xmlns:r="http://schemas.openxmlformats.org/officeDocument/2006/relationships" id="268" r:id="R2e00c98aac92493b"/>
    <p:sldId xmlns:r="http://schemas.openxmlformats.org/officeDocument/2006/relationships" id="269" r:id="Rf0d1572a837c43a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9fc7faca14152" /><Relationship Type="http://schemas.openxmlformats.org/officeDocument/2006/relationships/slideMaster" Target="/ppt/slideMasters/slideMaster1.xml" Id="Ra36207019b4842d8" /><Relationship Type="http://schemas.openxmlformats.org/officeDocument/2006/relationships/notesMaster" Target="/ppt/notesMasters/notesMaster1.xml" Id="R1f236401047b4335" /><Relationship Type="http://schemas.openxmlformats.org/officeDocument/2006/relationships/presProps" Target="/ppt/presProps.xml" Id="R7f62b6584e664148" /><Relationship Type="http://schemas.openxmlformats.org/officeDocument/2006/relationships/viewProps" Target="/ppt/viewProps.xml" Id="R92878c94cd6c4d8e" /><Relationship Type="http://schemas.openxmlformats.org/officeDocument/2006/relationships/tableStyles" Target="/ppt/tableStyles.xml" Id="R3d0864d6981f40df" /><Relationship Type="http://schemas.openxmlformats.org/officeDocument/2006/relationships/slide" Target="/ppt/slides/slide1.xml" Id="Rc0f9a45964224750" /><Relationship Type="http://schemas.openxmlformats.org/officeDocument/2006/relationships/slide" Target="/ppt/slides/slide2.xml" Id="R450da6e9c6374a7a" /><Relationship Type="http://schemas.openxmlformats.org/officeDocument/2006/relationships/slide" Target="/ppt/slides/slide3.xml" Id="Rf33fc25830914381" /><Relationship Type="http://schemas.openxmlformats.org/officeDocument/2006/relationships/slide" Target="/ppt/slides/slide4.xml" Id="Re5ad39a97c8a4e8a" /><Relationship Type="http://schemas.openxmlformats.org/officeDocument/2006/relationships/slide" Target="/ppt/slides/slide5.xml" Id="R4aa5de881abc43a1" /><Relationship Type="http://schemas.openxmlformats.org/officeDocument/2006/relationships/slide" Target="/ppt/slides/slide6.xml" Id="R386a197c05f248db" /><Relationship Type="http://schemas.openxmlformats.org/officeDocument/2006/relationships/slide" Target="/ppt/slides/slide7.xml" Id="R00b885d164fb4f27" /><Relationship Type="http://schemas.openxmlformats.org/officeDocument/2006/relationships/slide" Target="/ppt/slides/slide8.xml" Id="R9a943d0f11c6451c" /><Relationship Type="http://schemas.openxmlformats.org/officeDocument/2006/relationships/slide" Target="/ppt/slides/slide9.xml" Id="R0bcafc8c71a14cc4" /><Relationship Type="http://schemas.openxmlformats.org/officeDocument/2006/relationships/slide" Target="/ppt/slides/slide10.xml" Id="Ra92c620e75dc4540" /><Relationship Type="http://schemas.openxmlformats.org/officeDocument/2006/relationships/slide" Target="/ppt/slides/slide11.xml" Id="R825514deba584fe2" /><Relationship Type="http://schemas.openxmlformats.org/officeDocument/2006/relationships/slide" Target="/ppt/slides/slide12.xml" Id="R12072dda598c4248" /><Relationship Type="http://schemas.openxmlformats.org/officeDocument/2006/relationships/slide" Target="/ppt/slides/slide13.xml" Id="R2e00c98aac92493b" /><Relationship Type="http://schemas.openxmlformats.org/officeDocument/2006/relationships/slide" Target="/ppt/slides/slide14.xml" Id="Rf0d1572a837c43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3e135f665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b59c4cfd524502" /><Relationship Type="http://schemas.openxmlformats.org/officeDocument/2006/relationships/notesMaster" Target="/ppt/notesMasters/notesMaster1.xml" Id="R26ed6ab1b90b4b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70e4606db40f0" /><Relationship Type="http://schemas.openxmlformats.org/officeDocument/2006/relationships/notesMaster" Target="/ppt/notesMasters/notesMaster1.xml" Id="R45ea49ed9b6f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acc48c8d54454" /><Relationship Type="http://schemas.openxmlformats.org/officeDocument/2006/relationships/notesMaster" Target="/ppt/notesMasters/notesMaster1.xml" Id="R48bd3092d2bc4b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2c89e9e494b9b" /><Relationship Type="http://schemas.openxmlformats.org/officeDocument/2006/relationships/notesMaster" Target="/ppt/notesMasters/notesMaster1.xml" Id="R1353ed3c7a3646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85d20cd334612" /><Relationship Type="http://schemas.openxmlformats.org/officeDocument/2006/relationships/notesMaster" Target="/ppt/notesMasters/notesMaster1.xml" Id="R40f7bd002be046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2144151f114da5" /><Relationship Type="http://schemas.openxmlformats.org/officeDocument/2006/relationships/notesMaster" Target="/ppt/notesMasters/notesMaster1.xml" Id="R7aaa2bbda3f645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6b0eb1c0a45df" /><Relationship Type="http://schemas.openxmlformats.org/officeDocument/2006/relationships/notesMaster" Target="/ppt/notesMasters/notesMaster1.xml" Id="R579c92ccb1e340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5f810a4b254719" /><Relationship Type="http://schemas.openxmlformats.org/officeDocument/2006/relationships/notesMaster" Target="/ppt/notesMasters/notesMaster1.xml" Id="R0781245f0fad41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d58e84a56a4b38" /><Relationship Type="http://schemas.openxmlformats.org/officeDocument/2006/relationships/notesMaster" Target="/ppt/notesMasters/notesMaster1.xml" Id="Rb1d12ec6d53a47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d69fb90a54e07" /><Relationship Type="http://schemas.openxmlformats.org/officeDocument/2006/relationships/notesMaster" Target="/ppt/notesMasters/notesMaster1.xml" Id="R34d2c43d9c0142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71b93d7de74b2f" /><Relationship Type="http://schemas.openxmlformats.org/officeDocument/2006/relationships/notesMaster" Target="/ppt/notesMasters/notesMaster1.xml" Id="Reece1a72b0bb48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a2c0ac15b943d5" /><Relationship Type="http://schemas.openxmlformats.org/officeDocument/2006/relationships/notesMaster" Target="/ppt/notesMasters/notesMaster1.xml" Id="R11b82b5821cc46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55875a7c664b52" /><Relationship Type="http://schemas.openxmlformats.org/officeDocument/2006/relationships/notesMaster" Target="/ppt/notesMasters/notesMaster1.xml" Id="R4d1722d18c6949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9da58d51fc4861" /><Relationship Type="http://schemas.openxmlformats.org/officeDocument/2006/relationships/notesMaster" Target="/ppt/notesMasters/notesMaster1.xml" Id="R6edef349e8e5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frequency response as a shortcut for predicting the long-term response to a sinusoid. The shortcut should follow from the total causal response rather than appear as an unexplained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predict the output frequency before writing H(jω). This reinforces the complex-exponential eigenfunction 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derivation avoids residues. Students already know convolution, so factor the common exponential and identify the remaining integral as H(jω).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formula only after the complex-exponential derivation. Keep the input phase phi so students see that the system phase adds to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provides the missing bridge between Y=HX and the steady-state shortcut. Students should identify which poles produce each part before doing partial fractions.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revealing the partial fractions, ask students to predict one decaying exponential plus cosine and sine terms at 2 rad/s.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graph to show why the total curve initially differs from the steady-state sinusoid. The difference is the decaying system-pole term.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A. The pole at -4 produces the decaying exponential. The input poles at plus and minus j2 produce the cosine and sine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this result with slide 7. The shortcut and the partial-fraction calculation produce the same steady-state sinusoid.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do not need to convert every phase to seconds. The graph helps them interpret a negative phase as lag for this positive frequency.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introduces the idea of frequency-selective behavior without yet teaching Bode construction. The next deck explains logarithmic axes, decibels, and asymptotes.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A. The amplitude is 5 times 0.4, which equals 2. The phase is pi over 4 minus pi over 6, which equals pi over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prevent overgeneralization. The formula is powerful because it answers a specific long-term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linking this deck to the Bode-plot deck. Frequency response supplies the meaning. Bode plots supply an efficient visual representation and construction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444bd5a424b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70c9ee44445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7e21e7e4c4a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11f55c87a46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f67af902b47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c7b345ce44b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2610e1ef84f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cc83f52ba4f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41aa8436041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6da5067aa47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10d3bd6be4c1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620F6B-1274-A34D-9F32-B9DE84A7BC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32674E-A5D0-3449-8FD8-31000E8913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6718ED-723A-F04C-926B-1E9053C179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08F821-7CD3-4156-906B-9AFC06E1669A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91C09-5343-E146-A9DD-C9878BD6A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CCBB35-B03B-4C4B-9335-98F0C73E76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4537DD3-2515-49B3-8711-D1455490DEF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93D57D-0F41-4049-B143-4159C5F6A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34B62-AFEE-DE4D-A026-64D8F52339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9C1FC3-89F7-5646-A411-6D0ADC3974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77EDA4-A392-4462-BB27-989F88565297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270C84-5ED5-554C-834C-9C39824D57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5BE47B-E814-1241-B8E7-9EFD52D15A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3FC49-E60F-4606-9A69-83B0AD922F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B97CD9-00AF-2945-ADCC-9C60E411A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250729-FDB3-0543-AB38-0F0B8EF98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8599D7-603E-3845-94B6-33C1001B6F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A14F70-D0B6-41E4-AB56-33FC990E25A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07597-0CED-9847-98E0-C9C1A632B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CF8C1D-7866-9D48-9336-BBA0A3EF32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4DAA1C-3C30-43D4-9A31-8A6B5D72968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EE48E-E039-2643-87FD-DB77E8DDD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875913-4BC2-AC4D-8F42-00BC58FCFC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01E132-BD3A-6446-B06F-D6CA908F44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3C8A9-B7DD-9C46-B1B7-3A2555AFF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8C204A-18B2-4C34-BBF9-DE574CD4D900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F5551C8-9857-9941-BED2-082A41AC86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1E23BD-4EA5-3446-815D-E5B008CD78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066D7E-F21F-40B0-BDD9-A7E25A5EC64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ADE11-23F1-BD42-BE4C-B162B75F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FEBB14-FBA4-334E-A5AC-527AE0DA1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23336E-4C4A-0D47-8BEA-76DB715D4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92B19D-4920-7F42-84C3-5353A082BC0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CB2272-EA3B-D740-9152-121730233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BA91C35-8179-174C-95D7-2CC5E714D0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DFEDE4-CEA2-4EDC-AA9C-14B74D7D357C}" type="datetime1">
              <a:t>10/19/2026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2828D49-08B0-A847-8F42-F0BB8BDCBB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38CCB48-5CFD-194A-B573-FE947304E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D1FAA4-5414-4982-A7EC-1B608B458D1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7A4CD5-0AF8-0E46-B61B-F633F4252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305FAA0-ED5F-7246-B61C-61652059CF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CDD242-85DB-405F-A9DF-AE9618344270}" type="datetime1">
              <a:t>10/19/2026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5EE7736-599A-8C45-9E12-0F0A8FB94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01C9F4-0088-9C45-95A4-95B9E4F18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09A7A8-E26E-41EF-8C04-E2A9235D58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D1756D0-457C-434A-80A8-7F13A2FC6A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D8F35-9D86-4AEB-8EC8-2AE02CE9E218}" type="datetime1">
              <a:t>10/19/2026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822977-4102-AA4A-B42B-95ED58FEA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3871B5-B8B9-A04B-92DD-09D78DB4FB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A3BB06-BC23-4967-B343-2235CAD6F61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CE950D-D656-B64A-B75F-31F27F717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441563-DD09-8E40-86A6-3B82D448D6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8C2BB3-4745-714B-B926-0D39F33495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25227B-EB26-E641-BB49-27A51F0A2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9496E3-388E-44A2-9023-8921B359AA2B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A9DC8C-785E-FA4F-AFFF-054FBB51F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272146-319B-5D4B-8ADF-50947E623C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5E2FC5-4674-4EF9-AC2A-7A5DF3924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DC83D0-5BAB-1F49-A04F-EEFCF78A8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5A91B77-AB57-D543-9A44-6FED0596C7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CDFB13-A5AC-8C47-93BB-578113D403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A2AE2-E193-7B4E-8B83-F124B6808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4A9E84-6555-4655-99C4-6022AEE674F7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9DCCA0-9CA6-9F44-B365-1034CDEDB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B7EC76-EA5F-F640-AEF2-77033E371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DD9128-52DF-4A72-9006-FDD7EFBC593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2D4C02-18ED-7C45-A221-A1B35B1E2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BBCB9E-481F-9446-BB28-AEB09FF64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B8DB48-DF73-5B45-BB0E-721660833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EB55C-5ED7-4F4D-920A-D3517CC2572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BDD0A-0052-EA48-833E-3368E270C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195EC7-61FF-784E-9DCB-DF9C86113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417AD0C-18EA-4770-86F4-28ABF161CD4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06DECD-4069-4842-A3C9-D52007D1E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4F81D-8B03-5F4A-8BA5-069D46ABE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94D910-01D8-2640-AD19-C31994B52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D45FC4-C535-4004-B58C-543D637B862C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BE1B17-1221-584A-B84C-2F8E699E3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26D80-9FC6-D449-8F69-7F59B2651C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05C971-E002-4F2C-B705-5B12D4E96FE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33266f52cb4e1c" /><Relationship Type="http://schemas.openxmlformats.org/officeDocument/2006/relationships/slideLayout" Target="/ppt/slideLayouts/slideLayout1.xml" Id="R3ea6f71b2d1743c2" /><Relationship Type="http://schemas.openxmlformats.org/officeDocument/2006/relationships/slideLayout" Target="/ppt/slideLayouts/slideLayout2.xml" Id="Ra70b4eaaf9274e8c" /><Relationship Type="http://schemas.openxmlformats.org/officeDocument/2006/relationships/slideLayout" Target="/ppt/slideLayouts/slideLayout3.xml" Id="Rcd0dd7ef865249cd" /><Relationship Type="http://schemas.openxmlformats.org/officeDocument/2006/relationships/slideLayout" Target="/ppt/slideLayouts/slideLayout4.xml" Id="R64419c25b78d46bf" /><Relationship Type="http://schemas.openxmlformats.org/officeDocument/2006/relationships/slideLayout" Target="/ppt/slideLayouts/slideLayout5.xml" Id="R1803f25f293b4273" /><Relationship Type="http://schemas.openxmlformats.org/officeDocument/2006/relationships/slideLayout" Target="/ppt/slideLayouts/slideLayout6.xml" Id="R2bcc9d17ad154551" /><Relationship Type="http://schemas.openxmlformats.org/officeDocument/2006/relationships/slideLayout" Target="/ppt/slideLayouts/slideLayout7.xml" Id="R01e1ffaa737d4453" /><Relationship Type="http://schemas.openxmlformats.org/officeDocument/2006/relationships/slideLayout" Target="/ppt/slideLayouts/slideLayout8.xml" Id="R32e5638659554989" /><Relationship Type="http://schemas.openxmlformats.org/officeDocument/2006/relationships/slideLayout" Target="/ppt/slideLayouts/slideLayout9.xml" Id="R6143cf8bb8fb4bc9" /><Relationship Type="http://schemas.openxmlformats.org/officeDocument/2006/relationships/slideLayout" Target="/ppt/slideLayouts/slideLayout10.xml" Id="Rd0ff91377cb04a77" /><Relationship Type="http://schemas.openxmlformats.org/officeDocument/2006/relationships/slideLayout" Target="/ppt/slideLayouts/slideLayout11.xml" Id="R8a0a0dcb5a3348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905A38-AF08-6D4E-AFE8-E4A6F0470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35CE49-9C41-3844-B87C-32768B90B9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FD0B0B-EBF8-7047-9EE4-0518D69DF1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3414950-E075-4B5B-976F-60AC4AD81325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DA49B-BA3A-9642-AC06-92F9AA91F5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B1799B-DEF0-F843-938C-6CC9F39E37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C2A7195-506A-40E6-AC09-BF3E15EE274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6f71b2d1743c2"/>
    <p:sldLayoutId xmlns:r="http://schemas.openxmlformats.org/officeDocument/2006/relationships" id="2147483650" r:id="Ra70b4eaaf9274e8c"/>
    <p:sldLayoutId xmlns:r="http://schemas.openxmlformats.org/officeDocument/2006/relationships" id="2147483651" r:id="Rcd0dd7ef865249cd"/>
    <p:sldLayoutId xmlns:r="http://schemas.openxmlformats.org/officeDocument/2006/relationships" id="2147483652" r:id="R64419c25b78d46bf"/>
    <p:sldLayoutId xmlns:r="http://schemas.openxmlformats.org/officeDocument/2006/relationships" id="2147483653" r:id="R1803f25f293b4273"/>
    <p:sldLayoutId xmlns:r="http://schemas.openxmlformats.org/officeDocument/2006/relationships" id="2147483654" r:id="R2bcc9d17ad154551"/>
    <p:sldLayoutId xmlns:r="http://schemas.openxmlformats.org/officeDocument/2006/relationships" id="2147483655" r:id="R01e1ffaa737d4453"/>
    <p:sldLayoutId xmlns:r="http://schemas.openxmlformats.org/officeDocument/2006/relationships" id="2147483656" r:id="R32e5638659554989"/>
    <p:sldLayoutId xmlns:r="http://schemas.openxmlformats.org/officeDocument/2006/relationships" id="2147483657" r:id="R6143cf8bb8fb4bc9"/>
    <p:sldLayoutId xmlns:r="http://schemas.openxmlformats.org/officeDocument/2006/relationships" id="2147483658" r:id="Rd0ff91377cb04a77"/>
    <p:sldLayoutId xmlns:r="http://schemas.openxmlformats.org/officeDocument/2006/relationships" id="2147483659" r:id="R8a0a0dcb5a33483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b6a7c733e4e9c" /><Relationship Type="http://schemas.openxmlformats.org/officeDocument/2006/relationships/notesSlide" Target="/ppt/notesSlides/notesSlide1.xml" Id="R6d9cb3d4f578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9bea389db14503" /><Relationship Type="http://schemas.openxmlformats.org/officeDocument/2006/relationships/notesSlide" Target="/ppt/notesSlides/notesSlide2.xml" Id="Rac991185232748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0d7d45d4b14a9a" /><Relationship Type="http://schemas.openxmlformats.org/officeDocument/2006/relationships/notesSlide" Target="/ppt/notesSlides/notesSlide3.xml" Id="R45ec4a0520da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243b84b8d146c4" /><Relationship Type="http://schemas.openxmlformats.org/officeDocument/2006/relationships/notesSlide" Target="/ppt/notesSlides/notesSlide4.xml" Id="R5356c33560ea4b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fa3fd461bd42a5" /><Relationship Type="http://schemas.openxmlformats.org/officeDocument/2006/relationships/notesSlide" Target="/ppt/notesSlides/notesSlide5.xml" Id="R781cfdf20ccd45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16d9bad741497d" /><Relationship Type="http://schemas.openxmlformats.org/officeDocument/2006/relationships/notesSlide" Target="/ppt/notesSlides/notesSlide6.xml" Id="Rfe804421d0274e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81f146f3384eed" /><Relationship Type="http://schemas.openxmlformats.org/officeDocument/2006/relationships/chart" Target="/ppt/slides/charts/chart1.xml" Id="R06fbb34d0bba411c" /><Relationship Type="http://schemas.openxmlformats.org/officeDocument/2006/relationships/notesSlide" Target="/ppt/notesSlides/notesSlide7.xml" Id="Rc4719292b1ac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ca533e792c4d33" /><Relationship Type="http://schemas.openxmlformats.org/officeDocument/2006/relationships/notesSlide" Target="/ppt/notesSlides/notesSlide8.xml" Id="R6d41e26ac29b48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f6b633c4df4bc1" /><Relationship Type="http://schemas.openxmlformats.org/officeDocument/2006/relationships/notesSlide" Target="/ppt/notesSlides/notesSlide9.xml" Id="Rfbd03a4d6ad94e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7f4ab57cb4c80" /><Relationship Type="http://schemas.openxmlformats.org/officeDocument/2006/relationships/chart" Target="/ppt/slides/charts/chart2.xml" Id="R6e9c7e914ae848e8" /><Relationship Type="http://schemas.openxmlformats.org/officeDocument/2006/relationships/notesSlide" Target="/ppt/notesSlides/notesSlide10.xml" Id="Rfed7c8ff4df64d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183530e04c4375" /><Relationship Type="http://schemas.openxmlformats.org/officeDocument/2006/relationships/chart" Target="/ppt/slides/charts/chart3.xml" Id="R60b87adeefc74d34" /><Relationship Type="http://schemas.openxmlformats.org/officeDocument/2006/relationships/chart" Target="/ppt/slides/charts/chart4.xml" Id="R276a2ee3b2c34e17" /><Relationship Type="http://schemas.openxmlformats.org/officeDocument/2006/relationships/notesSlide" Target="/ppt/notesSlides/notesSlide11.xml" Id="R694677ffebf648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5e08f186464333" /><Relationship Type="http://schemas.openxmlformats.org/officeDocument/2006/relationships/notesSlide" Target="/ppt/notesSlides/notesSlide12.xml" Id="Rb50e77f29cb945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c532c5f36e458d" /><Relationship Type="http://schemas.openxmlformats.org/officeDocument/2006/relationships/notesSlide" Target="/ppt/notesSlides/notesSlide13.xml" Id="R8788083f42e348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fcb6c3cbe644ce" /><Relationship Type="http://schemas.openxmlformats.org/officeDocument/2006/relationships/notesSlide" Target="/ppt/notesSlides/notesSlide14.xml" Id="R47484bab141d420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Complete response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transient</c:v>
          </c:tx>
          <c:spPr>
            <a:ln xmlns:a="http://schemas.openxmlformats.org/drawingml/2006/main" w="21908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0.00</c:v>
              </c:pt>
              <c:pt idx="1">
                <c:v>0.05</c:v>
              </c:pt>
              <c:pt idx="2">
                <c:v>0.10</c:v>
              </c:pt>
              <c:pt idx="3">
                <c:v>0.15</c:v>
              </c:pt>
              <c:pt idx="4">
                <c:v>0.20</c:v>
              </c:pt>
              <c:pt idx="5">
                <c:v>0.25</c:v>
              </c:pt>
              <c:pt idx="6">
                <c:v>0.30</c:v>
              </c:pt>
              <c:pt idx="7">
                <c:v>0.35</c:v>
              </c:pt>
              <c:pt idx="8">
                <c:v>0.40</c:v>
              </c:pt>
              <c:pt idx="9">
                <c:v>0.45</c:v>
              </c:pt>
              <c:pt idx="10">
                <c:v>0.50</c:v>
              </c:pt>
              <c:pt idx="11">
                <c:v>0.55</c:v>
              </c:pt>
              <c:pt idx="12">
                <c:v>0.60</c:v>
              </c:pt>
              <c:pt idx="13">
                <c:v>0.65</c:v>
              </c:pt>
              <c:pt idx="14">
                <c:v>0.70</c:v>
              </c:pt>
              <c:pt idx="15">
                <c:v>0.75</c:v>
              </c:pt>
              <c:pt idx="16">
                <c:v>0.80</c:v>
              </c:pt>
              <c:pt idx="17">
                <c:v>0.85</c:v>
              </c:pt>
              <c:pt idx="18">
                <c:v>0.90</c:v>
              </c:pt>
              <c:pt idx="19">
                <c:v>0.95</c:v>
              </c:pt>
              <c:pt idx="20">
                <c:v>1.00</c:v>
              </c:pt>
              <c:pt idx="21">
                <c:v>1.05</c:v>
              </c:pt>
              <c:pt idx="22">
                <c:v>1.10</c:v>
              </c:pt>
              <c:pt idx="23">
                <c:v>1.15</c:v>
              </c:pt>
              <c:pt idx="24">
                <c:v>1.20</c:v>
              </c:pt>
              <c:pt idx="25">
                <c:v>1.25</c:v>
              </c:pt>
              <c:pt idx="26">
                <c:v>1.30</c:v>
              </c:pt>
              <c:pt idx="27">
                <c:v>1.35</c:v>
              </c:pt>
              <c:pt idx="28">
                <c:v>1.40</c:v>
              </c:pt>
              <c:pt idx="29">
                <c:v>1.45</c:v>
              </c:pt>
              <c:pt idx="30">
                <c:v>1.50</c:v>
              </c:pt>
              <c:pt idx="31">
                <c:v>1.55</c:v>
              </c:pt>
              <c:pt idx="32">
                <c:v>1.60</c:v>
              </c:pt>
              <c:pt idx="33">
                <c:v>1.65</c:v>
              </c:pt>
              <c:pt idx="34">
                <c:v>1.70</c:v>
              </c:pt>
              <c:pt idx="35">
                <c:v>1.75</c:v>
              </c:pt>
              <c:pt idx="36">
                <c:v>1.80</c:v>
              </c:pt>
              <c:pt idx="37">
                <c:v>1.85</c:v>
              </c:pt>
              <c:pt idx="38">
                <c:v>1.90</c:v>
              </c:pt>
              <c:pt idx="39">
                <c:v>1.95</c:v>
              </c:pt>
              <c:pt idx="40">
                <c:v>2.00</c:v>
              </c:pt>
              <c:pt idx="41">
                <c:v>2.05</c:v>
              </c:pt>
              <c:pt idx="42">
                <c:v>2.10</c:v>
              </c:pt>
              <c:pt idx="43">
                <c:v>2.15</c:v>
              </c:pt>
              <c:pt idx="44">
                <c:v>2.20</c:v>
              </c:pt>
              <c:pt idx="45">
                <c:v>2.25</c:v>
              </c:pt>
              <c:pt idx="46">
                <c:v>2.30</c:v>
              </c:pt>
              <c:pt idx="47">
                <c:v>2.35</c:v>
              </c:pt>
              <c:pt idx="48">
                <c:v>2.40</c:v>
              </c:pt>
              <c:pt idx="49">
                <c:v>2.45</c:v>
              </c:pt>
              <c:pt idx="50">
                <c:v>2.50</c:v>
              </c:pt>
              <c:pt idx="51">
                <c:v>2.55</c:v>
              </c:pt>
              <c:pt idx="52">
                <c:v>2.60</c:v>
              </c:pt>
              <c:pt idx="53">
                <c:v>2.65</c:v>
              </c:pt>
              <c:pt idx="54">
                <c:v>2.70</c:v>
              </c:pt>
              <c:pt idx="55">
                <c:v>2.75</c:v>
              </c:pt>
              <c:pt idx="56">
                <c:v>2.80</c:v>
              </c:pt>
              <c:pt idx="57">
                <c:v>2.85</c:v>
              </c:pt>
              <c:pt idx="58">
                <c:v>2.90</c:v>
              </c:pt>
              <c:pt idx="59">
                <c:v>2.95</c:v>
              </c:pt>
              <c:pt idx="60">
                <c:v>3.00</c:v>
              </c:pt>
              <c:pt idx="61">
                <c:v>3.05</c:v>
              </c:pt>
              <c:pt idx="62">
                <c:v>3.10</c:v>
              </c:pt>
              <c:pt idx="63">
                <c:v>3.15</c:v>
              </c:pt>
              <c:pt idx="64">
                <c:v>3.20</c:v>
              </c:pt>
              <c:pt idx="65">
                <c:v>3.25</c:v>
              </c:pt>
              <c:pt idx="66">
                <c:v>3.30</c:v>
              </c:pt>
              <c:pt idx="67">
                <c:v>3.35</c:v>
              </c:pt>
              <c:pt idx="68">
                <c:v>3.40</c:v>
              </c:pt>
              <c:pt idx="69">
                <c:v>3.45</c:v>
              </c:pt>
              <c:pt idx="70">
                <c:v>3.50</c:v>
              </c:pt>
              <c:pt idx="71">
                <c:v>3.55</c:v>
              </c:pt>
              <c:pt idx="72">
                <c:v>3.60</c:v>
              </c:pt>
              <c:pt idx="73">
                <c:v>3.65</c:v>
              </c:pt>
              <c:pt idx="74">
                <c:v>3.70</c:v>
              </c:pt>
              <c:pt idx="75">
                <c:v>3.75</c:v>
              </c:pt>
              <c:pt idx="76">
                <c:v>3.80</c:v>
              </c:pt>
              <c:pt idx="77">
                <c:v>3.85</c:v>
              </c:pt>
              <c:pt idx="78">
                <c:v>3.90</c:v>
              </c:pt>
              <c:pt idx="79">
                <c:v>3.95</c:v>
              </c:pt>
              <c:pt idx="80">
                <c:v>4.00</c:v>
              </c:pt>
            </c:numLit>
          </c:cat>
          <c:val>
            <c:numLit>
              <c:formatCode>General</c:formatCode>
              <c:ptCount val="81"/>
              <c:pt idx="0">
                <c:v>-2.4</c:v>
              </c:pt>
              <c:pt idx="1">
                <c:v>-1.9649538073871562</c:v>
              </c:pt>
              <c:pt idx="2">
                <c:v>-1.6087681104855343</c:v>
              </c:pt>
              <c:pt idx="3">
                <c:v>-1.3171479266256634</c:v>
              </c:pt>
              <c:pt idx="4">
                <c:v>-1.0783895138813318</c:v>
              </c:pt>
              <c:pt idx="5">
                <c:v>-0.8829106588114616</c:v>
              </c:pt>
              <c:pt idx="6">
                <c:v>-0.7228661085892848</c:v>
              </c:pt>
              <c:pt idx="7">
                <c:v>-0.5918327134598554</c:v>
              </c:pt>
              <c:pt idx="8">
                <c:v>-0.4845516431871729</c:v>
              </c:pt>
              <c:pt idx="9">
                <c:v>-0.3967173317318077</c:v>
              </c:pt>
              <c:pt idx="10">
                <c:v>-0.3248046797678705</c:v>
              </c:pt>
              <c:pt idx="11">
                <c:v>-0.26592758006960127</c:v>
              </c:pt>
              <c:pt idx="12">
                <c:v>-0.2177230878945899</c:v>
              </c:pt>
              <c:pt idx="13">
                <c:v>-0.1782565877144013</c:v>
              </c:pt>
              <c:pt idx="14">
                <c:v>-0.14594415030052307</c:v>
              </c:pt>
              <c:pt idx="15">
                <c:v>-0.11948896408287346</c:v>
              </c:pt>
              <c:pt idx="16">
                <c:v>-0.09782928954807889</c:v>
              </c:pt>
              <c:pt idx="17">
                <c:v>-0.08009584790478255</c:v>
              </c:pt>
              <c:pt idx="18">
                <c:v>-0.06557693387350214</c:v>
              </c:pt>
              <c:pt idx="19">
                <c:v>-0.05368985245479742</c:v>
              </c:pt>
              <c:pt idx="20">
                <c:v>-0.043957533332962026</c:v>
              </c:pt>
              <c:pt idx="21">
                <c:v>-0.035989384369146483</c:v>
              </c:pt>
              <c:pt idx="22">
                <c:v>-0.02946561576736425</c:v>
              </c:pt>
              <c:pt idx="23">
                <c:v>-0.024124405787120582</c:v>
              </c:pt>
              <c:pt idx="24">
                <c:v>-0.019751392917648054</c:v>
              </c:pt>
              <c:pt idx="25">
                <c:v>-0.01617107279780512</c:v>
              </c:pt>
              <c:pt idx="26">
                <c:v>-0.01323975460982585</c:v>
              </c:pt>
              <c:pt idx="27">
                <c:v>-0.010839794262270398</c:v>
              </c:pt>
              <c:pt idx="28">
                <c:v>-0.008874872919559029</c:v>
              </c:pt>
              <c:pt idx="29">
                <c:v>-0.00726613138890195</c:v>
              </c:pt>
              <c:pt idx="30">
                <c:v>-0.00594900522399926</c:v>
              </c:pt>
              <c:pt idx="31">
                <c:v>-0.004870633527109761</c:v>
              </c:pt>
              <c:pt idx="32">
                <c:v>-0.003987737455617441</c:v>
              </c:pt>
              <c:pt idx="33">
                <c:v>-0.003264883290114942</c:v>
              </c:pt>
              <c:pt idx="34">
                <c:v>-0.0026730603548275255</c:v>
              </c:pt>
              <c:pt idx="35">
                <c:v>-0.002188516717330839</c:v>
              </c:pt>
              <c:pt idx="36">
                <c:v>-0.00179180594010403</c:v>
              </c:pt>
              <c:pt idx="37">
                <c:v>-0.0014670066267109736</c:v>
              </c:pt>
              <c:pt idx="38">
                <c:v>-0.001201083440257465</c:v>
              </c:pt>
              <c:pt idx="39">
                <c:v>-0.0009833639495514875</c:v>
              </c:pt>
              <c:pt idx="40">
                <c:v>-0.0008051103069660284</c:v>
              </c:pt>
              <c:pt idx="41">
                <c:v>-0.0006591685679331409</c:v>
              </c:pt>
              <c:pt idx="42">
                <c:v>-0.0005396815780292357</c:v>
              </c:pt>
              <c:pt idx="43">
                <c:v>-0.00044185390480219007</c:v>
              </c:pt>
              <c:pt idx="44">
                <c:v>-0.0003617593802291436</c:v>
              </c:pt>
              <c:pt idx="45">
                <c:v>-0.00029618352980803094</c:v>
              </c:pt>
              <c:pt idx="46">
                <c:v>-0.00024249456440902378</c:v>
              </c:pt>
              <c:pt idx="47">
                <c:v>-0.00019853775733591735</c:v>
              </c:pt>
              <c:pt idx="48">
                <c:v>-0.00016254896757804906</c:v>
              </c:pt>
              <c:pt idx="49">
                <c:v>-0.00013308383863722467</c:v>
              </c:pt>
              <c:pt idx="50">
                <c:v>-0.00010895983142996363</c:v>
              </c:pt>
              <c:pt idx="51">
                <c:v>-8.9208764841904E-05</c:v>
              </c:pt>
              <c:pt idx="52">
                <c:v>-7.30379592201687E-05</c:v>
              </c:pt>
              <c:pt idx="53">
                <c:v>-5.979842335560758E-05</c:v>
              </c:pt>
              <c:pt idx="54">
                <c:v>-4.895880818681261E-05</c:v>
              </c:pt>
              <c:pt idx="55">
                <c:v>-4.008408189658958E-05</c:v>
              </c:pt>
              <c:pt idx="56">
                <c:v>-3.281807055763425E-05</c:v>
              </c:pt>
              <c:pt idx="57">
                <c:v>-2.6869163622218256E-05</c:v>
              </c:pt>
              <c:pt idx="58">
                <c:v>-2.1998610566994243E-05</c:v>
              </c:pt>
              <c:pt idx="59">
                <c:v>-1.801093899618446E-05</c:v>
              </c:pt>
              <c:pt idx="60">
                <c:v>-1.4746109647987703E-05</c:v>
              </c:pt>
              <c:pt idx="61">
                <c:v>-1.2073093457067453E-05</c:v>
              </c:pt>
              <c:pt idx="62">
                <c:v>-9.8846128980857E-06</c:v>
              </c:pt>
              <c:pt idx="63">
                <c:v>-8.092836561934029E-06</c:v>
              </c:pt>
              <c:pt idx="64">
                <c:v>-6.625854172889278E-06</c:v>
              </c:pt>
              <c:pt idx="65">
                <c:v>-5.42479057675453E-06</c:v>
              </c:pt>
              <c:pt idx="66">
                <c:v>-4.441442874196572E-06</c:v>
              </c:pt>
              <c:pt idx="67">
                <c:v>-3.6363458691437975E-06</c:v>
              </c:pt>
              <c:pt idx="68">
                <c:v>-2.977188191896107E-06</c:v>
              </c:pt>
              <c:pt idx="69">
                <c:v>-2.4375155304059767E-06</c:v>
              </c:pt>
              <c:pt idx="70">
                <c:v>-1.9956689258485627E-06</c:v>
              </c:pt>
              <c:pt idx="71">
                <c:v>-1.6339155225543192E-06</c:v>
              </c:pt>
              <c:pt idx="72">
                <c:v>-1.337736886246703E-06</c:v>
              </c:pt>
              <c:pt idx="73">
                <c:v>-1.0952463282969567E-06</c:v>
              </c:pt>
              <c:pt idx="74">
                <c:v>-8.967118511724624E-07</c:v>
              </c:pt>
              <c:pt idx="75">
                <c:v>-7.341655692043819E-07</c:v>
              </c:pt>
              <c:pt idx="76">
                <c:v>-6.010839293586281E-07</c:v>
              </c:pt>
              <c:pt idx="77">
                <c:v>-4.921258981468624E-07</c:v>
              </c:pt>
              <c:pt idx="78">
                <c:v>-4.0291860719895844E-07</c:v>
              </c:pt>
              <c:pt idx="79">
                <c:v>-3.29881854701135E-07</c:v>
              </c:pt>
              <c:pt idx="80">
                <c:v>-2.7008441932622186E-07</c:v>
              </c:pt>
            </c:numLit>
          </c:val>
        </c:ser>
        <c:ser>
          <c:idx val="1"/>
          <c:order val="1"/>
          <c:tx>
            <c:v>steady state</c:v>
          </c:tx>
          <c:spPr>
            <a:ln xmlns:a="http://schemas.openxmlformats.org/drawingml/2006/main" w="21908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0.00</c:v>
              </c:pt>
              <c:pt idx="1">
                <c:v>0.05</c:v>
              </c:pt>
              <c:pt idx="2">
                <c:v>0.10</c:v>
              </c:pt>
              <c:pt idx="3">
                <c:v>0.15</c:v>
              </c:pt>
              <c:pt idx="4">
                <c:v>0.20</c:v>
              </c:pt>
              <c:pt idx="5">
                <c:v>0.25</c:v>
              </c:pt>
              <c:pt idx="6">
                <c:v>0.30</c:v>
              </c:pt>
              <c:pt idx="7">
                <c:v>0.35</c:v>
              </c:pt>
              <c:pt idx="8">
                <c:v>0.40</c:v>
              </c:pt>
              <c:pt idx="9">
                <c:v>0.45</c:v>
              </c:pt>
              <c:pt idx="10">
                <c:v>0.50</c:v>
              </c:pt>
              <c:pt idx="11">
                <c:v>0.55</c:v>
              </c:pt>
              <c:pt idx="12">
                <c:v>0.60</c:v>
              </c:pt>
              <c:pt idx="13">
                <c:v>0.65</c:v>
              </c:pt>
              <c:pt idx="14">
                <c:v>0.70</c:v>
              </c:pt>
              <c:pt idx="15">
                <c:v>0.75</c:v>
              </c:pt>
              <c:pt idx="16">
                <c:v>0.80</c:v>
              </c:pt>
              <c:pt idx="17">
                <c:v>0.85</c:v>
              </c:pt>
              <c:pt idx="18">
                <c:v>0.90</c:v>
              </c:pt>
              <c:pt idx="19">
                <c:v>0.95</c:v>
              </c:pt>
              <c:pt idx="20">
                <c:v>1.00</c:v>
              </c:pt>
              <c:pt idx="21">
                <c:v>1.05</c:v>
              </c:pt>
              <c:pt idx="22">
                <c:v>1.10</c:v>
              </c:pt>
              <c:pt idx="23">
                <c:v>1.15</c:v>
              </c:pt>
              <c:pt idx="24">
                <c:v>1.20</c:v>
              </c:pt>
              <c:pt idx="25">
                <c:v>1.25</c:v>
              </c:pt>
              <c:pt idx="26">
                <c:v>1.30</c:v>
              </c:pt>
              <c:pt idx="27">
                <c:v>1.35</c:v>
              </c:pt>
              <c:pt idx="28">
                <c:v>1.40</c:v>
              </c:pt>
              <c:pt idx="29">
                <c:v>1.45</c:v>
              </c:pt>
              <c:pt idx="30">
                <c:v>1.50</c:v>
              </c:pt>
              <c:pt idx="31">
                <c:v>1.55</c:v>
              </c:pt>
              <c:pt idx="32">
                <c:v>1.60</c:v>
              </c:pt>
              <c:pt idx="33">
                <c:v>1.65</c:v>
              </c:pt>
              <c:pt idx="34">
                <c:v>1.70</c:v>
              </c:pt>
              <c:pt idx="35">
                <c:v>1.75</c:v>
              </c:pt>
              <c:pt idx="36">
                <c:v>1.80</c:v>
              </c:pt>
              <c:pt idx="37">
                <c:v>1.85</c:v>
              </c:pt>
              <c:pt idx="38">
                <c:v>1.90</c:v>
              </c:pt>
              <c:pt idx="39">
                <c:v>1.95</c:v>
              </c:pt>
              <c:pt idx="40">
                <c:v>2.00</c:v>
              </c:pt>
              <c:pt idx="41">
                <c:v>2.05</c:v>
              </c:pt>
              <c:pt idx="42">
                <c:v>2.10</c:v>
              </c:pt>
              <c:pt idx="43">
                <c:v>2.15</c:v>
              </c:pt>
              <c:pt idx="44">
                <c:v>2.20</c:v>
              </c:pt>
              <c:pt idx="45">
                <c:v>2.25</c:v>
              </c:pt>
              <c:pt idx="46">
                <c:v>2.30</c:v>
              </c:pt>
              <c:pt idx="47">
                <c:v>2.35</c:v>
              </c:pt>
              <c:pt idx="48">
                <c:v>2.40</c:v>
              </c:pt>
              <c:pt idx="49">
                <c:v>2.45</c:v>
              </c:pt>
              <c:pt idx="50">
                <c:v>2.50</c:v>
              </c:pt>
              <c:pt idx="51">
                <c:v>2.55</c:v>
              </c:pt>
              <c:pt idx="52">
                <c:v>2.60</c:v>
              </c:pt>
              <c:pt idx="53">
                <c:v>2.65</c:v>
              </c:pt>
              <c:pt idx="54">
                <c:v>2.70</c:v>
              </c:pt>
              <c:pt idx="55">
                <c:v>2.75</c:v>
              </c:pt>
              <c:pt idx="56">
                <c:v>2.80</c:v>
              </c:pt>
              <c:pt idx="57">
                <c:v>2.85</c:v>
              </c:pt>
              <c:pt idx="58">
                <c:v>2.90</c:v>
              </c:pt>
              <c:pt idx="59">
                <c:v>2.95</c:v>
              </c:pt>
              <c:pt idx="60">
                <c:v>3.00</c:v>
              </c:pt>
              <c:pt idx="61">
                <c:v>3.05</c:v>
              </c:pt>
              <c:pt idx="62">
                <c:v>3.10</c:v>
              </c:pt>
              <c:pt idx="63">
                <c:v>3.15</c:v>
              </c:pt>
              <c:pt idx="64">
                <c:v>3.20</c:v>
              </c:pt>
              <c:pt idx="65">
                <c:v>3.25</c:v>
              </c:pt>
              <c:pt idx="66">
                <c:v>3.30</c:v>
              </c:pt>
              <c:pt idx="67">
                <c:v>3.35</c:v>
              </c:pt>
              <c:pt idx="68">
                <c:v>3.40</c:v>
              </c:pt>
              <c:pt idx="69">
                <c:v>3.45</c:v>
              </c:pt>
              <c:pt idx="70">
                <c:v>3.50</c:v>
              </c:pt>
              <c:pt idx="71">
                <c:v>3.55</c:v>
              </c:pt>
              <c:pt idx="72">
                <c:v>3.60</c:v>
              </c:pt>
              <c:pt idx="73">
                <c:v>3.65</c:v>
              </c:pt>
              <c:pt idx="74">
                <c:v>3.70</c:v>
              </c:pt>
              <c:pt idx="75">
                <c:v>3.75</c:v>
              </c:pt>
              <c:pt idx="76">
                <c:v>3.80</c:v>
              </c:pt>
              <c:pt idx="77">
                <c:v>3.85</c:v>
              </c:pt>
              <c:pt idx="78">
                <c:v>3.90</c:v>
              </c:pt>
              <c:pt idx="79">
                <c:v>3.95</c:v>
              </c:pt>
              <c:pt idx="80">
                <c:v>4.00</c:v>
              </c:pt>
            </c:numLit>
          </c:cat>
          <c:val>
            <c:numLit>
              <c:formatCode>General</c:formatCode>
              <c:ptCount val="81"/>
              <c:pt idx="0">
                <c:v>2.4</c:v>
              </c:pt>
              <c:pt idx="1">
                <c:v>2.507810096643455</c:v>
              </c:pt>
              <c:pt idx="2">
                <c:v>2.590562983773053</c:v>
              </c:pt>
              <c:pt idx="3">
                <c:v>2.647431821895062</c:v>
              </c:pt>
              <c:pt idx="4">
                <c:v>2.6778483963773048</c:v>
              </c:pt>
              <c:pt idx="5">
                <c:v>2.681508794861938</c:v>
              </c:pt>
              <c:pt idx="6">
                <c:v>2.65837644385727</c:v>
              </c:pt>
              <c:pt idx="7">
                <c:v>2.6086824741680013</c:v>
              </c:pt>
              <c:pt idx="8">
                <c:v>2.5329234115126242</c:v>
              </c:pt>
              <c:pt idx="9">
                <c:v>2.4318562154025747</c:v>
              </c:pt>
              <c:pt idx="10">
                <c:v>2.306490715853011</c:v>
              </c:pt>
              <c:pt idx="11">
                <c:v>2.158079523495108</c:v>
              </c:pt>
              <c:pt idx="12">
                <c:v>1.9881055139046877</c:v>
              </c:pt>
              <c:pt idx="13">
                <c:v>1.7982670111996413</c:v>
              </c:pt>
              <c:pt idx="14">
                <c:v>1.5904608189467302</c:v>
              </c:pt>
              <c:pt idx="15">
                <c:v>1.3667632679273523</c:v>
              </c:pt>
              <c:pt idx="16">
                <c:v>1.129409470126713</c:v>
              </c:pt>
              <c:pt idx="17">
                <c:v>0.8807709862337025</c:v>
              </c:pt>
              <c:pt idx="18">
                <c:v>0.6233321297904252</c:v>
              </c:pt>
              <c:pt idx="19">
                <c:v>0.3596651447524889</c:v>
              </c:pt>
              <c:pt idx="20">
                <c:v>0.09240450447767623</c:v>
              </c:pt>
              <c:pt idx="21">
                <c:v>-0.1757794110610098</c:v>
              </c:pt>
              <c:pt idx="22">
                <c:v>-0.44220699682932185</c:v>
              </c:pt>
              <c:pt idx="23">
                <c:v>-0.7042161964595145</c:v>
              </c:pt>
              <c:pt idx="24">
                <c:v>-0.9591891006376091</c:v>
              </c:pt>
              <c:pt idx="25">
                <c:v>-1.2045781043878931</c:v>
              </c:pt>
              <c:pt idx="26">
                <c:v>-1.4379313618997167</c:v>
              </c:pt>
              <c:pt idx="27">
                <c:v>-1.6569172845603508</c:v>
              </c:pt>
              <c:pt idx="28">
                <c:v>-1.8593478374176942</c:v>
              </c:pt>
              <c:pt idx="29">
                <c:v>-2.043200401302239</c:v>
              </c:pt>
              <c:pt idx="30">
                <c:v>-2.206637982169228</c:v>
              </c:pt>
              <c:pt idx="31">
                <c:v>-2.348027565735922</c:v>
              </c:pt>
              <c:pt idx="32">
                <c:v>-2.4659564340205034</c:v>
              </c:pt>
              <c:pt idx="33">
                <c:v>-2.559246280753174</c:v>
              </c:pt>
              <c:pt idx="34">
                <c:v>-2.626964984622904</c:v>
              </c:pt>
              <c:pt idx="35">
                <c:v>-2.668435922725455</c:v>
              </c:pt>
              <c:pt idx="36">
                <c:v>-2.683244731155775</c:v>
              </c:pt>
              <c:pt idx="37">
                <c:v>-2.671243445195171</c:v>
              </c:pt>
              <c:pt idx="38">
                <c:v>-2.632551977725863</c:v>
              </c:pt>
              <c:pt idx="39">
                <c:v>-2.5675569211011045</c:v>
              </c:pt>
              <c:pt idx="40">
                <c:v>-2.4769076844421827</c:v>
              </c:pt>
              <c:pt idx="41">
                <c:v>-2.3615100049571374</c:v>
              </c:pt>
              <c:pt idx="42">
                <c:v>-2.2225168981139842</c:v>
              </c:pt>
              <c:pt idx="43">
                <c:v>-2.061317137091287</c:v>
              </c:pt>
              <c:pt idx="44">
                <c:v>-1.8795213766156258</c:v>
              </c:pt>
              <c:pt idx="45">
                <c:v>-1.6789460598319876</c:v>
              </c:pt>
              <c:pt idx="46">
                <c:v>-1.461595269004287</c:v>
              </c:pt>
              <c:pt idx="47">
                <c:v>-1.2296407013878583</c:v>
              </c:pt>
              <c:pt idx="48">
                <c:v>-0.9853999703483353</c:v>
              </c:pt>
              <c:pt idx="49">
                <c:v>-0.7313134485350172</c:v>
              </c:pt>
              <c:pt idx="50">
                <c:v>-0.4699198844840231</c:v>
              </c:pt>
              <c:pt idx="51">
                <c:v>-0.20383103628212396</c:v>
              </c:pt>
              <c:pt idx="52">
                <c:v>0.06429442425672116</c:v>
              </c:pt>
              <c:pt idx="53">
                <c:v>0.3317774761613067</c:v>
              </c:pt>
              <c:pt idx="54">
                <c:v>0.5959455171951387</c:v>
              </c:pt>
              <c:pt idx="55">
                <c:v>0.8541590676145537</c:v>
              </c:pt>
              <c:pt idx="56">
                <c:v>1.1038381429778152</c:v>
              </c:pt>
              <c:pt idx="57">
                <c:v>1.3424880324968185</c:v>
              </c:pt>
              <c:pt idx="58">
                <c:v>1.5677242253626584</c:v>
              </c:pt>
              <c:pt idx="59">
                <c:v>1.777296235989403</c:v>
              </c:pt>
              <c:pt idx="60">
                <c:v>1.9691100901221674</c:v>
              </c:pt>
              <c:pt idx="61">
                <c:v>2.1412492471356894</c:v>
              </c:pt>
              <c:pt idx="62">
                <c:v>2.2919937494747264</c:v>
              </c:pt>
              <c:pt idx="63">
                <c:v>2.419837407901417</c:v>
              </c:pt>
              <c:pt idx="64">
                <c:v>2.5235028508402544</c:v>
              </c:pt>
              <c:pt idx="65">
                <c:v>2.601954287452635</c:v>
              </c:pt>
              <c:pt idx="66">
                <c:v>2.6544078569165244</c:v>
              </c:pt>
              <c:pt idx="67">
                <c:v>2.680339460504684</c:v>
              </c:pt>
              <c:pt idx="68">
                <c:v>2.67948999820591</c:v>
              </c:pt>
              <c:pt idx="69">
                <c:v>2.6518679575666964</c:v>
              </c:pt>
              <c:pt idx="70">
                <c:v>2.597749328886478</c:v>
              </c:pt>
              <c:pt idx="71">
                <c:v>2.517674847613786</c:v>
              </c:pt>
              <c:pt idx="72">
                <c:v>2.412444591496395</c:v>
              </c:pt>
              <c:pt idx="73">
                <c:v>2.2831099864689284</c:v>
              </c:pt>
              <c:pt idx="74">
                <c:v>2.130963301152489</c:v>
              </c:pt>
              <c:pt idx="75">
                <c:v>1.9575247349337483</c:v>
              </c:pt>
              <c:pt idx="76">
                <c:v>1.7645272286351954</c:v>
              </c:pt>
              <c:pt idx="77">
                <c:v>1.5538991495432748</c:v>
              </c:pt>
              <c:pt idx="78">
                <c:v>1.3277450237998831</c:v>
              </c:pt>
              <c:pt idx="79">
                <c:v>1.0883245086728377</c:v>
              </c:pt>
              <c:pt idx="80">
                <c:v>0.8380298148073856</c:v>
              </c:pt>
            </c:numLit>
          </c:val>
        </c:ser>
        <c:ser>
          <c:idx val="2"/>
          <c:order val="2"/>
          <c:tx>
            <c:v>total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0.00</c:v>
              </c:pt>
              <c:pt idx="1">
                <c:v>0.05</c:v>
              </c:pt>
              <c:pt idx="2">
                <c:v>0.10</c:v>
              </c:pt>
              <c:pt idx="3">
                <c:v>0.15</c:v>
              </c:pt>
              <c:pt idx="4">
                <c:v>0.20</c:v>
              </c:pt>
              <c:pt idx="5">
                <c:v>0.25</c:v>
              </c:pt>
              <c:pt idx="6">
                <c:v>0.30</c:v>
              </c:pt>
              <c:pt idx="7">
                <c:v>0.35</c:v>
              </c:pt>
              <c:pt idx="8">
                <c:v>0.40</c:v>
              </c:pt>
              <c:pt idx="9">
                <c:v>0.45</c:v>
              </c:pt>
              <c:pt idx="10">
                <c:v>0.50</c:v>
              </c:pt>
              <c:pt idx="11">
                <c:v>0.55</c:v>
              </c:pt>
              <c:pt idx="12">
                <c:v>0.60</c:v>
              </c:pt>
              <c:pt idx="13">
                <c:v>0.65</c:v>
              </c:pt>
              <c:pt idx="14">
                <c:v>0.70</c:v>
              </c:pt>
              <c:pt idx="15">
                <c:v>0.75</c:v>
              </c:pt>
              <c:pt idx="16">
                <c:v>0.80</c:v>
              </c:pt>
              <c:pt idx="17">
                <c:v>0.85</c:v>
              </c:pt>
              <c:pt idx="18">
                <c:v>0.90</c:v>
              </c:pt>
              <c:pt idx="19">
                <c:v>0.95</c:v>
              </c:pt>
              <c:pt idx="20">
                <c:v>1.00</c:v>
              </c:pt>
              <c:pt idx="21">
                <c:v>1.05</c:v>
              </c:pt>
              <c:pt idx="22">
                <c:v>1.10</c:v>
              </c:pt>
              <c:pt idx="23">
                <c:v>1.15</c:v>
              </c:pt>
              <c:pt idx="24">
                <c:v>1.20</c:v>
              </c:pt>
              <c:pt idx="25">
                <c:v>1.25</c:v>
              </c:pt>
              <c:pt idx="26">
                <c:v>1.30</c:v>
              </c:pt>
              <c:pt idx="27">
                <c:v>1.35</c:v>
              </c:pt>
              <c:pt idx="28">
                <c:v>1.40</c:v>
              </c:pt>
              <c:pt idx="29">
                <c:v>1.45</c:v>
              </c:pt>
              <c:pt idx="30">
                <c:v>1.50</c:v>
              </c:pt>
              <c:pt idx="31">
                <c:v>1.55</c:v>
              </c:pt>
              <c:pt idx="32">
                <c:v>1.60</c:v>
              </c:pt>
              <c:pt idx="33">
                <c:v>1.65</c:v>
              </c:pt>
              <c:pt idx="34">
                <c:v>1.70</c:v>
              </c:pt>
              <c:pt idx="35">
                <c:v>1.75</c:v>
              </c:pt>
              <c:pt idx="36">
                <c:v>1.80</c:v>
              </c:pt>
              <c:pt idx="37">
                <c:v>1.85</c:v>
              </c:pt>
              <c:pt idx="38">
                <c:v>1.90</c:v>
              </c:pt>
              <c:pt idx="39">
                <c:v>1.95</c:v>
              </c:pt>
              <c:pt idx="40">
                <c:v>2.00</c:v>
              </c:pt>
              <c:pt idx="41">
                <c:v>2.05</c:v>
              </c:pt>
              <c:pt idx="42">
                <c:v>2.10</c:v>
              </c:pt>
              <c:pt idx="43">
                <c:v>2.15</c:v>
              </c:pt>
              <c:pt idx="44">
                <c:v>2.20</c:v>
              </c:pt>
              <c:pt idx="45">
                <c:v>2.25</c:v>
              </c:pt>
              <c:pt idx="46">
                <c:v>2.30</c:v>
              </c:pt>
              <c:pt idx="47">
                <c:v>2.35</c:v>
              </c:pt>
              <c:pt idx="48">
                <c:v>2.40</c:v>
              </c:pt>
              <c:pt idx="49">
                <c:v>2.45</c:v>
              </c:pt>
              <c:pt idx="50">
                <c:v>2.50</c:v>
              </c:pt>
              <c:pt idx="51">
                <c:v>2.55</c:v>
              </c:pt>
              <c:pt idx="52">
                <c:v>2.60</c:v>
              </c:pt>
              <c:pt idx="53">
                <c:v>2.65</c:v>
              </c:pt>
              <c:pt idx="54">
                <c:v>2.70</c:v>
              </c:pt>
              <c:pt idx="55">
                <c:v>2.75</c:v>
              </c:pt>
              <c:pt idx="56">
                <c:v>2.80</c:v>
              </c:pt>
              <c:pt idx="57">
                <c:v>2.85</c:v>
              </c:pt>
              <c:pt idx="58">
                <c:v>2.90</c:v>
              </c:pt>
              <c:pt idx="59">
                <c:v>2.95</c:v>
              </c:pt>
              <c:pt idx="60">
                <c:v>3.00</c:v>
              </c:pt>
              <c:pt idx="61">
                <c:v>3.05</c:v>
              </c:pt>
              <c:pt idx="62">
                <c:v>3.10</c:v>
              </c:pt>
              <c:pt idx="63">
                <c:v>3.15</c:v>
              </c:pt>
              <c:pt idx="64">
                <c:v>3.20</c:v>
              </c:pt>
              <c:pt idx="65">
                <c:v>3.25</c:v>
              </c:pt>
              <c:pt idx="66">
                <c:v>3.30</c:v>
              </c:pt>
              <c:pt idx="67">
                <c:v>3.35</c:v>
              </c:pt>
              <c:pt idx="68">
                <c:v>3.40</c:v>
              </c:pt>
              <c:pt idx="69">
                <c:v>3.45</c:v>
              </c:pt>
              <c:pt idx="70">
                <c:v>3.50</c:v>
              </c:pt>
              <c:pt idx="71">
                <c:v>3.55</c:v>
              </c:pt>
              <c:pt idx="72">
                <c:v>3.60</c:v>
              </c:pt>
              <c:pt idx="73">
                <c:v>3.65</c:v>
              </c:pt>
              <c:pt idx="74">
                <c:v>3.70</c:v>
              </c:pt>
              <c:pt idx="75">
                <c:v>3.75</c:v>
              </c:pt>
              <c:pt idx="76">
                <c:v>3.80</c:v>
              </c:pt>
              <c:pt idx="77">
                <c:v>3.85</c:v>
              </c:pt>
              <c:pt idx="78">
                <c:v>3.90</c:v>
              </c:pt>
              <c:pt idx="79">
                <c:v>3.95</c:v>
              </c:pt>
              <c:pt idx="80">
                <c:v>4.00</c:v>
              </c:pt>
            </c:numLit>
          </c:cat>
          <c:val>
            <c:numLit>
              <c:formatCode>General</c:formatCode>
              <c:ptCount val="81"/>
              <c:pt idx="0">
                <c:v>0</c:v>
              </c:pt>
              <c:pt idx="1">
                <c:v>0.5428562892562989</c:v>
              </c:pt>
              <c:pt idx="2">
                <c:v>0.9817948732875188</c:v>
              </c:pt>
              <c:pt idx="3">
                <c:v>1.3302838952693985</c:v>
              </c:pt>
              <c:pt idx="4">
                <c:v>1.599458882495973</c:v>
              </c:pt>
              <c:pt idx="5">
                <c:v>1.7985981360504764</c:v>
              </c:pt>
              <c:pt idx="6">
                <c:v>1.9355103352679852</c:v>
              </c:pt>
              <c:pt idx="7">
                <c:v>2.016849760708146</c:v>
              </c:pt>
              <c:pt idx="8">
                <c:v>2.048371768325451</c:v>
              </c:pt>
              <c:pt idx="9">
                <c:v>2.035138883670767</c:v>
              </c:pt>
              <c:pt idx="10">
                <c:v>1.9816860360851403</c:v>
              </c:pt>
              <c:pt idx="11">
                <c:v>1.8921519434255067</c:v>
              </c:pt>
              <c:pt idx="12">
                <c:v>1.7703824260100978</c:v>
              </c:pt>
              <c:pt idx="13">
                <c:v>1.62001042348524</c:v>
              </c:pt>
              <c:pt idx="14">
                <c:v>1.4445166686462072</c:v>
              </c:pt>
              <c:pt idx="15">
                <c:v>1.247274303844479</c:v>
              </c:pt>
              <c:pt idx="16">
                <c:v>1.0315801805786342</c:v>
              </c:pt>
              <c:pt idx="17">
                <c:v>0.80067513832892</c:v>
              </c:pt>
              <c:pt idx="18">
                <c:v>0.557755195916923</c:v>
              </c:pt>
              <c:pt idx="19">
                <c:v>0.3059752922976915</c:v>
              </c:pt>
              <c:pt idx="20">
                <c:v>0.048446971144714204</c:v>
              </c:pt>
              <c:pt idx="21">
                <c:v>-0.21176879543015628</c:v>
              </c:pt>
              <c:pt idx="22">
                <c:v>-0.4716726125966861</c:v>
              </c:pt>
              <c:pt idx="23">
                <c:v>-0.7283406022466351</c:v>
              </c:pt>
              <c:pt idx="24">
                <c:v>-0.9789404935552571</c:v>
              </c:pt>
              <c:pt idx="25">
                <c:v>-1.2207491771856982</c:v>
              </c:pt>
              <c:pt idx="26">
                <c:v>-1.4511711165095427</c:v>
              </c:pt>
              <c:pt idx="27">
                <c:v>-1.6677570788226213</c:v>
              </c:pt>
              <c:pt idx="28">
                <c:v>-1.8682227103372533</c:v>
              </c:pt>
              <c:pt idx="29">
                <c:v>-2.050466532691141</c:v>
              </c:pt>
              <c:pt idx="30">
                <c:v>-2.212586987393227</c:v>
              </c:pt>
              <c:pt idx="31">
                <c:v>-2.352898199263032</c:v>
              </c:pt>
              <c:pt idx="32">
                <c:v>-2.4699441714761208</c:v>
              </c:pt>
              <c:pt idx="33">
                <c:v>-2.562511164043289</c:v>
              </c:pt>
              <c:pt idx="34">
                <c:v>-2.6296380449777317</c:v>
              </c:pt>
              <c:pt idx="35">
                <c:v>-2.670624439442786</c:v>
              </c:pt>
              <c:pt idx="36">
                <c:v>-2.685036537095879</c:v>
              </c:pt>
              <c:pt idx="37">
                <c:v>-2.672710451821882</c:v>
              </c:pt>
              <c:pt idx="38">
                <c:v>-2.63375306116612</c:v>
              </c:pt>
              <c:pt idx="39">
                <c:v>-2.568540285050656</c:v>
              </c:pt>
              <c:pt idx="40">
                <c:v>-2.4777127947491486</c:v>
              </c:pt>
              <c:pt idx="41">
                <c:v>-2.3621691735250705</c:v>
              </c:pt>
              <c:pt idx="42">
                <c:v>-2.2230565796920136</c:v>
              </c:pt>
              <c:pt idx="43">
                <c:v>-2.0617589909960894</c:v>
              </c:pt>
              <c:pt idx="44">
                <c:v>-1.879883135995855</c:v>
              </c:pt>
              <c:pt idx="45">
                <c:v>-1.6792422433617957</c:v>
              </c:pt>
              <c:pt idx="46">
                <c:v>-1.461837763568696</c:v>
              </c:pt>
              <c:pt idx="47">
                <c:v>-1.2298392391451942</c:v>
              </c:pt>
              <c:pt idx="48">
                <c:v>-0.9855625193159133</c:v>
              </c:pt>
              <c:pt idx="49">
                <c:v>-0.7314465323736544</c:v>
              </c:pt>
              <c:pt idx="50">
                <c:v>-0.47002884431545305</c:v>
              </c:pt>
              <c:pt idx="51">
                <c:v>-0.20392024504696585</c:v>
              </c:pt>
              <c:pt idx="52">
                <c:v>0.06422138629750099</c:v>
              </c:pt>
              <c:pt idx="53">
                <c:v>0.3317176777379511</c:v>
              </c:pt>
              <c:pt idx="54">
                <c:v>0.5958965583869519</c:v>
              </c:pt>
              <c:pt idx="55">
                <c:v>0.8541189835326571</c:v>
              </c:pt>
              <c:pt idx="56">
                <c:v>1.1038053249072577</c:v>
              </c:pt>
              <c:pt idx="57">
                <c:v>1.3424611633331962</c:v>
              </c:pt>
              <c:pt idx="58">
                <c:v>1.5677022267520915</c:v>
              </c:pt>
              <c:pt idx="59">
                <c:v>1.7772782250504067</c:v>
              </c:pt>
              <c:pt idx="60">
                <c:v>1.9690953440125194</c:v>
              </c:pt>
              <c:pt idx="61">
                <c:v>2.1412371740422325</c:v>
              </c:pt>
              <c:pt idx="62">
                <c:v>2.2919838648618285</c:v>
              </c:pt>
              <c:pt idx="63">
                <c:v>2.419829315064855</c:v>
              </c:pt>
              <c:pt idx="64">
                <c:v>2.5234962249860815</c:v>
              </c:pt>
              <c:pt idx="65">
                <c:v>2.6019488626620584</c:v>
              </c:pt>
              <c:pt idx="66">
                <c:v>2.65440341547365</c:v>
              </c:pt>
              <c:pt idx="67">
                <c:v>2.680335824158815</c:v>
              </c:pt>
              <c:pt idx="68">
                <c:v>2.679487021017718</c:v>
              </c:pt>
              <c:pt idx="69">
                <c:v>2.651865520051166</c:v>
              </c:pt>
              <c:pt idx="70">
                <c:v>2.5977473332175522</c:v>
              </c:pt>
              <c:pt idx="71">
                <c:v>2.5176732136982634</c:v>
              </c:pt>
              <c:pt idx="72">
                <c:v>2.4124432537595086</c:v>
              </c:pt>
              <c:pt idx="73">
                <c:v>2.2831088912226</c:v>
              </c:pt>
              <c:pt idx="74">
                <c:v>2.130962404440638</c:v>
              </c:pt>
              <c:pt idx="75">
                <c:v>1.9575240007681791</c:v>
              </c:pt>
              <c:pt idx="76">
                <c:v>1.764526627551266</c:v>
              </c:pt>
              <c:pt idx="77">
                <c:v>1.5538986574173765</c:v>
              </c:pt>
              <c:pt idx="78">
                <c:v>1.327744620881276</c:v>
              </c:pt>
              <c:pt idx="79">
                <c:v>1.088324178790983</c:v>
              </c:pt>
              <c:pt idx="80">
                <c:v>0.8380295447229663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(s)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10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output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Input and steady-state output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input</c:v>
          </c:tx>
          <c:spPr>
            <a:ln xmlns:a="http://schemas.openxmlformats.org/drawingml/2006/main" w="23813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0.00</c:v>
              </c:pt>
              <c:pt idx="1">
                <c:v>0.04</c:v>
              </c:pt>
              <c:pt idx="2">
                <c:v>0.08</c:v>
              </c:pt>
              <c:pt idx="3">
                <c:v>0.12</c:v>
              </c:pt>
              <c:pt idx="4">
                <c:v>0.16</c:v>
              </c:pt>
              <c:pt idx="5">
                <c:v>0.20</c:v>
              </c:pt>
              <c:pt idx="6">
                <c:v>0.24</c:v>
              </c:pt>
              <c:pt idx="7">
                <c:v>0.28</c:v>
              </c:pt>
              <c:pt idx="8">
                <c:v>0.32</c:v>
              </c:pt>
              <c:pt idx="9">
                <c:v>0.36</c:v>
              </c:pt>
              <c:pt idx="10">
                <c:v>0.40</c:v>
              </c:pt>
              <c:pt idx="11">
                <c:v>0.44</c:v>
              </c:pt>
              <c:pt idx="12">
                <c:v>0.48</c:v>
              </c:pt>
              <c:pt idx="13">
                <c:v>0.52</c:v>
              </c:pt>
              <c:pt idx="14">
                <c:v>0.56</c:v>
              </c:pt>
              <c:pt idx="15">
                <c:v>0.60</c:v>
              </c:pt>
              <c:pt idx="16">
                <c:v>0.64</c:v>
              </c:pt>
              <c:pt idx="17">
                <c:v>0.68</c:v>
              </c:pt>
              <c:pt idx="18">
                <c:v>0.72</c:v>
              </c:pt>
              <c:pt idx="19">
                <c:v>0.76</c:v>
              </c:pt>
              <c:pt idx="20">
                <c:v>0.80</c:v>
              </c:pt>
              <c:pt idx="21">
                <c:v>0.84</c:v>
              </c:pt>
              <c:pt idx="22">
                <c:v>0.88</c:v>
              </c:pt>
              <c:pt idx="23">
                <c:v>0.92</c:v>
              </c:pt>
              <c:pt idx="24">
                <c:v>0.96</c:v>
              </c:pt>
              <c:pt idx="25">
                <c:v>1.00</c:v>
              </c:pt>
              <c:pt idx="26">
                <c:v>1.04</c:v>
              </c:pt>
              <c:pt idx="27">
                <c:v>1.08</c:v>
              </c:pt>
              <c:pt idx="28">
                <c:v>1.12</c:v>
              </c:pt>
              <c:pt idx="29">
                <c:v>1.16</c:v>
              </c:pt>
              <c:pt idx="30">
                <c:v>1.20</c:v>
              </c:pt>
              <c:pt idx="31">
                <c:v>1.24</c:v>
              </c:pt>
              <c:pt idx="32">
                <c:v>1.28</c:v>
              </c:pt>
              <c:pt idx="33">
                <c:v>1.32</c:v>
              </c:pt>
              <c:pt idx="34">
                <c:v>1.36</c:v>
              </c:pt>
              <c:pt idx="35">
                <c:v>1.40</c:v>
              </c:pt>
              <c:pt idx="36">
                <c:v>1.44</c:v>
              </c:pt>
              <c:pt idx="37">
                <c:v>1.48</c:v>
              </c:pt>
              <c:pt idx="38">
                <c:v>1.52</c:v>
              </c:pt>
              <c:pt idx="39">
                <c:v>1.56</c:v>
              </c:pt>
              <c:pt idx="40">
                <c:v>1.60</c:v>
              </c:pt>
              <c:pt idx="41">
                <c:v>1.64</c:v>
              </c:pt>
              <c:pt idx="42">
                <c:v>1.68</c:v>
              </c:pt>
              <c:pt idx="43">
                <c:v>1.72</c:v>
              </c:pt>
              <c:pt idx="44">
                <c:v>1.76</c:v>
              </c:pt>
              <c:pt idx="45">
                <c:v>1.80</c:v>
              </c:pt>
              <c:pt idx="46">
                <c:v>1.84</c:v>
              </c:pt>
              <c:pt idx="47">
                <c:v>1.88</c:v>
              </c:pt>
              <c:pt idx="48">
                <c:v>1.92</c:v>
              </c:pt>
              <c:pt idx="49">
                <c:v>1.96</c:v>
              </c:pt>
              <c:pt idx="50">
                <c:v>2.00</c:v>
              </c:pt>
              <c:pt idx="51">
                <c:v>2.04</c:v>
              </c:pt>
              <c:pt idx="52">
                <c:v>2.08</c:v>
              </c:pt>
              <c:pt idx="53">
                <c:v>2.12</c:v>
              </c:pt>
              <c:pt idx="54">
                <c:v>2.16</c:v>
              </c:pt>
              <c:pt idx="55">
                <c:v>2.20</c:v>
              </c:pt>
              <c:pt idx="56">
                <c:v>2.24</c:v>
              </c:pt>
              <c:pt idx="57">
                <c:v>2.28</c:v>
              </c:pt>
              <c:pt idx="58">
                <c:v>2.32</c:v>
              </c:pt>
              <c:pt idx="59">
                <c:v>2.36</c:v>
              </c:pt>
              <c:pt idx="60">
                <c:v>2.40</c:v>
              </c:pt>
              <c:pt idx="61">
                <c:v>2.44</c:v>
              </c:pt>
              <c:pt idx="62">
                <c:v>2.48</c:v>
              </c:pt>
              <c:pt idx="63">
                <c:v>2.52</c:v>
              </c:pt>
              <c:pt idx="64">
                <c:v>2.56</c:v>
              </c:pt>
              <c:pt idx="65">
                <c:v>2.60</c:v>
              </c:pt>
              <c:pt idx="66">
                <c:v>2.64</c:v>
              </c:pt>
              <c:pt idx="67">
                <c:v>2.68</c:v>
              </c:pt>
              <c:pt idx="68">
                <c:v>2.72</c:v>
              </c:pt>
              <c:pt idx="69">
                <c:v>2.76</c:v>
              </c:pt>
              <c:pt idx="70">
                <c:v>2.80</c:v>
              </c:pt>
              <c:pt idx="71">
                <c:v>2.84</c:v>
              </c:pt>
              <c:pt idx="72">
                <c:v>2.88</c:v>
              </c:pt>
              <c:pt idx="73">
                <c:v>2.92</c:v>
              </c:pt>
              <c:pt idx="74">
                <c:v>2.96</c:v>
              </c:pt>
              <c:pt idx="75">
                <c:v>3.00</c:v>
              </c:pt>
              <c:pt idx="76">
                <c:v>3.04</c:v>
              </c:pt>
              <c:pt idx="77">
                <c:v>3.08</c:v>
              </c:pt>
              <c:pt idx="78">
                <c:v>3.12</c:v>
              </c:pt>
              <c:pt idx="79">
                <c:v>3.16</c:v>
              </c:pt>
              <c:pt idx="80">
                <c:v>3.20</c:v>
              </c:pt>
            </c:numLit>
          </c:cat>
          <c:val>
            <c:numLit>
              <c:formatCode>General</c:formatCode>
              <c:ptCount val="81"/>
              <c:pt idx="0">
                <c:v>3</c:v>
              </c:pt>
              <c:pt idx="1">
                <c:v>2.990405118907858</c:v>
              </c:pt>
              <c:pt idx="2">
                <c:v>2.961681850126881</c:v>
              </c:pt>
              <c:pt idx="3">
                <c:v>2.914013924556089</c:v>
              </c:pt>
              <c:pt idx="4">
                <c:v>2.8477062542473224</c:v>
              </c:pt>
              <c:pt idx="5">
                <c:v>2.7631829820086553</c:v>
              </c:pt>
              <c:pt idx="6">
                <c:v>2.6609847683378525</c:v>
              </c:pt>
              <c:pt idx="7">
                <c:v>2.5417653330402485</c:v>
              </c:pt>
              <c:pt idx="8">
                <c:v>2.406287273652878</c:v>
              </c:pt>
              <c:pt idx="9">
                <c:v>2.255417187422685</c:v>
              </c:pt>
              <c:pt idx="10">
                <c:v>2.0901201280414963</c:v>
              </c:pt>
              <c:pt idx="11">
                <c:v>1.9114534325957406</c:v>
              </c:pt>
              <c:pt idx="12">
                <c:v>1.72055995821737</c:v>
              </c:pt>
              <c:pt idx="13">
                <c:v>1.5186607716983351</c:v>
              </c:pt>
              <c:pt idx="14">
                <c:v>1.3070473388301362</c:v>
              </c:pt>
              <c:pt idx="15">
                <c:v>1.0870732634300209</c:v>
              </c:pt>
              <c:pt idx="16">
                <c:v>0.8601456288958665</c:v>
              </c:pt>
              <c:pt idx="17">
                <c:v>0.6277159976742578</c:v>
              </c:pt>
              <c:pt idx="18">
                <c:v>0.3912711262144366</c:v>
              </c:pt>
              <c:pt idx="19">
                <c:v>0.15232345480073756</c:v>
              </c:pt>
              <c:pt idx="20">
                <c:v>-0.08759856690386644</c:v>
              </c:pt>
              <c:pt idx="21">
                <c:v>-0.3269602567196134</c:v>
              </c:pt>
              <c:pt idx="22">
                <c:v>-0.5642305166786403</c:v>
              </c:pt>
              <c:pt idx="23">
                <c:v>-0.7978916268269411</c:v>
              </c:pt>
              <c:pt idx="24">
                <c:v>-1.0264489534526946</c:v>
              </c:pt>
              <c:pt idx="25">
                <c:v>-1.2484405096414273</c:v>
              </c:pt>
              <c:pt idx="26">
                <c:v>-1.4624463070030782</c:v>
              </c:pt>
              <c:pt idx="27">
                <c:v>-1.667097438751838</c:v>
              </c:pt>
              <c:pt idx="28">
                <c:v>-1.8610848360380394</c:v>
              </c:pt>
              <c:pt idx="29">
                <c:v>-2.0431676415214577</c:v>
              </c:pt>
              <c:pt idx="30">
                <c:v>-2.2121811466237364</c:v>
              </c:pt>
              <c:pt idx="31">
                <c:v>-2.3670442416885935</c:v>
              </c:pt>
              <c:pt idx="32">
                <c:v>-2.506766331394223</c:v>
              </c:pt>
              <c:pt idx="33">
                <c:v>-2.6304536711828446</c:v>
              </c:pt>
              <c:pt idx="34">
                <c:v>-2.737315084175874</c:v>
              </c:pt>
              <c:pt idx="35">
                <c:v>-2.826667022005975</c:v>
              </c:pt>
              <c:pt idx="36">
                <c:v>-2.897937937193924</c:v>
              </c:pt>
              <c:pt idx="37">
                <c:v>-2.950671939102019</c:v>
              </c:pt>
              <c:pt idx="38">
                <c:v>-2.9845317100783784</c:v>
              </c:pt>
              <c:pt idx="39">
                <c:v>-2.999300663138785</c:v>
              </c:pt>
              <c:pt idx="40">
                <c:v>-2.994884327384259</c:v>
              </c:pt>
              <c:pt idx="41">
                <c:v>-2.971310952292419</c:v>
              </c:pt>
              <c:pt idx="42">
                <c:v>-2.9287313270172297</c:v>
              </c:pt>
              <c:pt idx="43">
                <c:v>-2.867417815852999</c:v>
              </c:pt>
              <c:pt idx="44">
                <c:v>-2.78776261603237</c:v>
              </c:pt>
              <c:pt idx="45">
                <c:v>-2.690275249002441</c:v>
              </c:pt>
              <c:pt idx="46">
                <c:v>-2.575579301226305</c:v>
              </c:pt>
              <c:pt idx="47">
                <c:v>-2.4444084353577367</c:v>
              </c:pt>
              <c:pt idx="48">
                <c:v>-2.297601697303912</c:v>
              </c:pt>
              <c:pt idx="49">
                <c:v>-2.1360981491949307</c:v>
              </c:pt>
              <c:pt idx="50">
                <c:v>-1.960930862590836</c:v>
              </c:pt>
              <c:pt idx="51">
                <c:v>-1.7732203103490942</c:v>
              </c:pt>
              <c:pt idx="52">
                <c:v>-1.574167199422039</c:v>
              </c:pt>
              <c:pt idx="53">
                <c:v>-1.3650447904299141</c:v>
              </c:pt>
              <c:pt idx="54">
                <c:v>-1.1471907531380408</c:v>
              </c:pt>
              <c:pt idx="55">
                <c:v>-0.9219986099352581</c:v>
              </c:pt>
              <c:pt idx="56">
                <c:v>-0.690908822046176</c:v>
              </c:pt>
              <c:pt idx="57">
                <c:v>-0.4553995754950641</c:v>
              </c:pt>
              <c:pt idx="58">
                <c:v>-0.21697732575976345</c:v>
              </c:pt>
              <c:pt idx="59">
                <c:v>0.022832838402443708</c:v>
              </c:pt>
              <c:pt idx="60">
                <c:v>0.2624969503183392</c:v>
              </c:pt>
              <c:pt idx="61">
                <c:v>0.500481977550665</c:v>
              </c:pt>
              <c:pt idx="62">
                <c:v>0.7352656280740852</c:v>
              </c:pt>
              <c:pt idx="63">
                <c:v>0.9653460877491655</c:v>
              </c:pt>
              <c:pt idx="64">
                <c:v>1.1892516268077675</c:v>
              </c:pt>
              <c:pt idx="65">
                <c:v>1.4055500139011312</c:v>
              </c:pt>
              <c:pt idx="66">
                <c:v>1.612857677492869</c:v>
              </c:pt>
              <c:pt idx="67">
                <c:v>1.8098485559952118</c:v>
              </c:pt>
              <c:pt idx="68">
                <c:v>1.9952625800378485</c:v>
              </c:pt>
              <c:pt idx="69">
                <c:v>2.167913732611777</c:v>
              </c:pt>
              <c:pt idx="70">
                <c:v>2.3266976355307505</c:v>
              </c:pt>
              <c:pt idx="71">
                <c:v>2.470598613682866</c:v>
              </c:pt>
              <c:pt idx="72">
                <c:v>2.5986961918851845</c:v>
              </c:pt>
              <c:pt idx="73">
                <c:v>2.7101709827836764</c:v>
              </c:pt>
              <c:pt idx="74">
                <c:v>2.804309928136047</c:v>
              </c:pt>
              <c:pt idx="75">
                <c:v>2.880510859951098</c:v>
              </c:pt>
              <c:pt idx="76">
                <c:v>2.9382863523089133</c:v>
              </c:pt>
              <c:pt idx="77">
                <c:v>2.9772668392233506</c:v>
              </c:pt>
              <c:pt idx="78">
                <c:v>2.9972029786031706</c:v>
              </c:pt>
              <c:pt idx="79">
                <c:v>2.9979672471905174</c:v>
              </c:pt>
              <c:pt idx="80">
                <c:v>2.979554756274578</c:v>
              </c:pt>
            </c:numLit>
          </c:val>
        </c:ser>
        <c:ser>
          <c:idx val="1"/>
          <c:order val="1"/>
          <c:tx>
            <c:v>output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0.00</c:v>
              </c:pt>
              <c:pt idx="1">
                <c:v>0.04</c:v>
              </c:pt>
              <c:pt idx="2">
                <c:v>0.08</c:v>
              </c:pt>
              <c:pt idx="3">
                <c:v>0.12</c:v>
              </c:pt>
              <c:pt idx="4">
                <c:v>0.16</c:v>
              </c:pt>
              <c:pt idx="5">
                <c:v>0.20</c:v>
              </c:pt>
              <c:pt idx="6">
                <c:v>0.24</c:v>
              </c:pt>
              <c:pt idx="7">
                <c:v>0.28</c:v>
              </c:pt>
              <c:pt idx="8">
                <c:v>0.32</c:v>
              </c:pt>
              <c:pt idx="9">
                <c:v>0.36</c:v>
              </c:pt>
              <c:pt idx="10">
                <c:v>0.40</c:v>
              </c:pt>
              <c:pt idx="11">
                <c:v>0.44</c:v>
              </c:pt>
              <c:pt idx="12">
                <c:v>0.48</c:v>
              </c:pt>
              <c:pt idx="13">
                <c:v>0.52</c:v>
              </c:pt>
              <c:pt idx="14">
                <c:v>0.56</c:v>
              </c:pt>
              <c:pt idx="15">
                <c:v>0.60</c:v>
              </c:pt>
              <c:pt idx="16">
                <c:v>0.64</c:v>
              </c:pt>
              <c:pt idx="17">
                <c:v>0.68</c:v>
              </c:pt>
              <c:pt idx="18">
                <c:v>0.72</c:v>
              </c:pt>
              <c:pt idx="19">
                <c:v>0.76</c:v>
              </c:pt>
              <c:pt idx="20">
                <c:v>0.80</c:v>
              </c:pt>
              <c:pt idx="21">
                <c:v>0.84</c:v>
              </c:pt>
              <c:pt idx="22">
                <c:v>0.88</c:v>
              </c:pt>
              <c:pt idx="23">
                <c:v>0.92</c:v>
              </c:pt>
              <c:pt idx="24">
                <c:v>0.96</c:v>
              </c:pt>
              <c:pt idx="25">
                <c:v>1.00</c:v>
              </c:pt>
              <c:pt idx="26">
                <c:v>1.04</c:v>
              </c:pt>
              <c:pt idx="27">
                <c:v>1.08</c:v>
              </c:pt>
              <c:pt idx="28">
                <c:v>1.12</c:v>
              </c:pt>
              <c:pt idx="29">
                <c:v>1.16</c:v>
              </c:pt>
              <c:pt idx="30">
                <c:v>1.20</c:v>
              </c:pt>
              <c:pt idx="31">
                <c:v>1.24</c:v>
              </c:pt>
              <c:pt idx="32">
                <c:v>1.28</c:v>
              </c:pt>
              <c:pt idx="33">
                <c:v>1.32</c:v>
              </c:pt>
              <c:pt idx="34">
                <c:v>1.36</c:v>
              </c:pt>
              <c:pt idx="35">
                <c:v>1.40</c:v>
              </c:pt>
              <c:pt idx="36">
                <c:v>1.44</c:v>
              </c:pt>
              <c:pt idx="37">
                <c:v>1.48</c:v>
              </c:pt>
              <c:pt idx="38">
                <c:v>1.52</c:v>
              </c:pt>
              <c:pt idx="39">
                <c:v>1.56</c:v>
              </c:pt>
              <c:pt idx="40">
                <c:v>1.60</c:v>
              </c:pt>
              <c:pt idx="41">
                <c:v>1.64</c:v>
              </c:pt>
              <c:pt idx="42">
                <c:v>1.68</c:v>
              </c:pt>
              <c:pt idx="43">
                <c:v>1.72</c:v>
              </c:pt>
              <c:pt idx="44">
                <c:v>1.76</c:v>
              </c:pt>
              <c:pt idx="45">
                <c:v>1.80</c:v>
              </c:pt>
              <c:pt idx="46">
                <c:v>1.84</c:v>
              </c:pt>
              <c:pt idx="47">
                <c:v>1.88</c:v>
              </c:pt>
              <c:pt idx="48">
                <c:v>1.92</c:v>
              </c:pt>
              <c:pt idx="49">
                <c:v>1.96</c:v>
              </c:pt>
              <c:pt idx="50">
                <c:v>2.00</c:v>
              </c:pt>
              <c:pt idx="51">
                <c:v>2.04</c:v>
              </c:pt>
              <c:pt idx="52">
                <c:v>2.08</c:v>
              </c:pt>
              <c:pt idx="53">
                <c:v>2.12</c:v>
              </c:pt>
              <c:pt idx="54">
                <c:v>2.16</c:v>
              </c:pt>
              <c:pt idx="55">
                <c:v>2.20</c:v>
              </c:pt>
              <c:pt idx="56">
                <c:v>2.24</c:v>
              </c:pt>
              <c:pt idx="57">
                <c:v>2.28</c:v>
              </c:pt>
              <c:pt idx="58">
                <c:v>2.32</c:v>
              </c:pt>
              <c:pt idx="59">
                <c:v>2.36</c:v>
              </c:pt>
              <c:pt idx="60">
                <c:v>2.40</c:v>
              </c:pt>
              <c:pt idx="61">
                <c:v>2.44</c:v>
              </c:pt>
              <c:pt idx="62">
                <c:v>2.48</c:v>
              </c:pt>
              <c:pt idx="63">
                <c:v>2.52</c:v>
              </c:pt>
              <c:pt idx="64">
                <c:v>2.56</c:v>
              </c:pt>
              <c:pt idx="65">
                <c:v>2.60</c:v>
              </c:pt>
              <c:pt idx="66">
                <c:v>2.64</c:v>
              </c:pt>
              <c:pt idx="67">
                <c:v>2.68</c:v>
              </c:pt>
              <c:pt idx="68">
                <c:v>2.72</c:v>
              </c:pt>
              <c:pt idx="69">
                <c:v>2.76</c:v>
              </c:pt>
              <c:pt idx="70">
                <c:v>2.80</c:v>
              </c:pt>
              <c:pt idx="71">
                <c:v>2.84</c:v>
              </c:pt>
              <c:pt idx="72">
                <c:v>2.88</c:v>
              </c:pt>
              <c:pt idx="73">
                <c:v>2.92</c:v>
              </c:pt>
              <c:pt idx="74">
                <c:v>2.96</c:v>
              </c:pt>
              <c:pt idx="75">
                <c:v>3.00</c:v>
              </c:pt>
              <c:pt idx="76">
                <c:v>3.04</c:v>
              </c:pt>
              <c:pt idx="77">
                <c:v>3.08</c:v>
              </c:pt>
              <c:pt idx="78">
                <c:v>3.12</c:v>
              </c:pt>
              <c:pt idx="79">
                <c:v>3.16</c:v>
              </c:pt>
              <c:pt idx="80">
                <c:v>3.20</c:v>
              </c:pt>
            </c:numLit>
          </c:cat>
          <c:val>
            <c:numLit>
              <c:formatCode>General</c:formatCode>
              <c:ptCount val="81"/>
              <c:pt idx="0">
                <c:v>2.4</c:v>
              </c:pt>
              <c:pt idx="1">
                <c:v>2.488221727889294</c:v>
              </c:pt>
              <c:pt idx="2">
                <c:v>2.5605273280386</c:v>
              </c:pt>
              <c:pt idx="3">
                <c:v>2.6164542913574325</c:v>
              </c:pt>
              <c:pt idx="4">
                <c:v>2.6556448761371994</c:v>
              </c:pt>
              <c:pt idx="5">
                <c:v>2.6778483963773048</c:v>
              </c:pt>
              <c:pt idx="6">
                <c:v>2.6829228253200617</c:v>
              </c:pt>
              <c:pt idx="7">
                <c:v>2.670835703937259</c:v>
              </c:pt>
              <c:pt idx="8">
                <c:v>2.641664348557173</c:v>
              </c:pt>
              <c:pt idx="9">
                <c:v>2.5955953563039156</c:v>
              </c:pt>
              <c:pt idx="10">
                <c:v>2.5329234115126242</c:v>
              </c:pt>
              <c:pt idx="11">
                <c:v>2.4540494007553555</c:v>
              </c:pt>
              <c:pt idx="12">
                <c:v>2.3594778485350942</c:v>
              </c:pt>
              <c:pt idx="13">
                <c:v>2.249813690050674</c:v>
              </c:pt>
              <c:pt idx="14">
                <c:v>2.125758401675915</c:v>
              </c:pt>
              <c:pt idx="15">
                <c:v>1.9881055139046884</c:v>
              </c:pt>
              <c:pt idx="16">
                <c:v>1.8377355354637632</c:v>
              </c:pt>
              <c:pt idx="17">
                <c:v>1.6756103210617859</c:v>
              </c:pt>
              <c:pt idx="18">
                <c:v>1.502766918801573</c:v>
              </c:pt>
              <c:pt idx="19">
                <c:v>1.3203109366112897</c:v>
              </c:pt>
              <c:pt idx="20">
                <c:v>1.1294094701267132</c:v>
              </c:pt>
              <c:pt idx="21">
                <c:v>0.9312836372620006</c:v>
              </c:pt>
              <c:pt idx="22">
                <c:v>0.7272007672222299</c:v>
              </c:pt>
              <c:pt idx="23">
                <c:v>0.518466293921385</c:v>
              </c:pt>
              <c:pt idx="24">
                <c:v>0.30641540566023445</c:v>
              </c:pt>
              <c:pt idx="25">
                <c:v>0.0924045044776764</c:v>
              </c:pt>
              <c:pt idx="26">
                <c:v>-0.12219747019344271</c:v>
              </c:pt>
              <c:pt idx="27">
                <c:v>-0.3360177980670507</c:v>
              </c:pt>
              <c:pt idx="28">
                <c:v>-0.5476887587291276</c:v>
              </c:pt>
              <c:pt idx="29">
                <c:v>-0.7558563803808641</c:v>
              </c:pt>
              <c:pt idx="30">
                <c:v>-0.9591891006376078</c:v>
              </c:pt>
              <c:pt idx="31">
                <c:v>-1.1563862839840204</c:v>
              </c:pt>
              <c:pt idx="32">
                <c:v>-1.3461865414028262</c:v>
              </c:pt>
              <c:pt idx="33">
                <c:v>-1.5273757989598975</c:v>
              </c:pt>
              <c:pt idx="34">
                <c:v>-1.6987950637342784</c:v>
              </c:pt>
              <c:pt idx="35">
                <c:v>-1.8593478374176942</c:v>
              </c:pt>
              <c:pt idx="36">
                <c:v>-2.0080071301618063</c:v>
              </c:pt>
              <c:pt idx="37">
                <c:v>-2.1438220298085358</c:v>
              </c:pt>
              <c:pt idx="38">
                <c:v>-2.2659237844827804</c:v>
              </c:pt>
              <c:pt idx="39">
                <c:v>-2.373531359639713</c:v>
              </c:pt>
              <c:pt idx="40">
                <c:v>-2.465956434020504</c:v>
              </c:pt>
              <c:pt idx="41">
                <c:v>-2.542607802559408</c:v>
              </c:pt>
              <c:pt idx="42">
                <c:v>-2.602995158078639</c:v>
              </c:pt>
              <c:pt idx="43">
                <c:v>-2.6467322275810807</c:v>
              </c:pt>
              <c:pt idx="44">
                <c:v>-2.673539243079268</c:v>
              </c:pt>
              <c:pt idx="45">
                <c:v>-2.6832447311557757</c:v>
              </c:pt>
              <c:pt idx="46">
                <c:v>-2.6757866098079126</c:v>
              </c:pt>
              <c:pt idx="47">
                <c:v>-2.6512125855606814</c:v>
              </c:pt>
              <c:pt idx="48">
                <c:v>-2.6096798483078203</c:v>
              </c:pt>
              <c:pt idx="49">
                <c:v>-2.5514540658329112</c:v>
              </c:pt>
              <c:pt idx="50">
                <c:v>-2.4769076844421827</c:v>
              </c:pt>
              <c:pt idx="51">
                <c:v>-2.386517546579164</c:v>
              </c:pt>
              <c:pt idx="52">
                <c:v>-2.2808618406603207</c:v>
              </c:pt>
              <c:pt idx="53">
                <c:v>-2.160616402642318</c:v>
              </c:pt>
              <c:pt idx="54">
                <c:v>-2.0265503929782582</c:v>
              </c:pt>
              <c:pt idx="55">
                <c:v>-1.8795213766156258</c:v>
              </c:pt>
              <c:pt idx="56">
                <c:v>-1.7204698375071497</c:v>
              </c:pt>
              <c:pt idx="57">
                <c:v>-1.550413162723008</c:v>
              </c:pt>
              <c:pt idx="58">
                <c:v>-1.370439134645523</c:v>
              </c:pt>
              <c:pt idx="59">
                <c:v>-1.1816989728740743</c:v>
              </c:pt>
              <c:pt idx="60">
                <c:v>-0.9853999703483376</c:v>
              </c:pt>
              <c:pt idx="61">
                <c:v>-0.7827977707934723</c:v>
              </c:pt>
              <c:pt idx="62">
                <c:v>-0.5751883368853025</c:v>
              </c:pt>
              <c:pt idx="63">
                <c:v>-0.3638996605117984</c:v>
              </c:pt>
              <c:pt idx="64">
                <c:v>-0.1502832681569066</c:v>
              </c:pt>
              <c:pt idx="65">
                <c:v>0.06429442425672117</c:v>
              </c:pt>
              <c:pt idx="66">
                <c:v>0.27846085176659496</c:v>
              </c:pt>
              <c:pt idx="67">
                <c:v>0.4908460801021241</c:v>
              </c:pt>
              <c:pt idx="68">
                <c:v>0.7000915685889041</c:v>
              </c:pt>
              <c:pt idx="69">
                <c:v>0.9048588601728694</c:v>
              </c:pt>
              <c:pt idx="70">
                <c:v>1.1038381429778152</c:v>
              </c:pt>
              <c:pt idx="71">
                <c:v>1.2957566286315303</c:v>
              </c:pt>
              <c:pt idx="72">
                <c:v>1.4793866937678648</c:v>
              </c:pt>
              <c:pt idx="73">
                <c:v>1.6535537326268661</c:v>
              </c:pt>
              <c:pt idx="74">
                <c:v>1.8171436705231863</c:v>
              </c:pt>
              <c:pt idx="75">
                <c:v>1.9691100901221674</c:v>
              </c:pt>
              <c:pt idx="76">
                <c:v>2.108480924939776</c:v>
              </c:pt>
              <c:pt idx="77">
                <c:v>2.2343646772508206</c:v>
              </c:pt>
              <c:pt idx="78">
                <c:v>2.3459561206320623</c:v>
              </c:pt>
              <c:pt idx="79">
                <c:v>2.442541450663406</c:v>
              </c:pt>
              <c:pt idx="80">
                <c:v>2.523502850840255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(s)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10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amplitude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Magnitude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magnitude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0.1</c:v>
              </c:pt>
              <c:pt idx="1">
                <c:v>0.15</c:v>
              </c:pt>
              <c:pt idx="2">
                <c:v>0.23</c:v>
              </c:pt>
              <c:pt idx="3">
                <c:v>0.35</c:v>
              </c:pt>
              <c:pt idx="4">
                <c:v>0.54</c:v>
              </c:pt>
              <c:pt idx="5">
                <c:v>0.83</c:v>
              </c:pt>
              <c:pt idx="6">
                <c:v>1.3</c:v>
              </c:pt>
              <c:pt idx="7">
                <c:v>1.9</c:v>
              </c:pt>
              <c:pt idx="8">
                <c:v>2.9</c:v>
              </c:pt>
              <c:pt idx="9">
                <c:v>4.5</c:v>
              </c:pt>
              <c:pt idx="10">
                <c:v>6.8</c:v>
              </c:pt>
              <c:pt idx="11">
                <c:v>10</c:v>
              </c:pt>
              <c:pt idx="12">
                <c:v>16</c:v>
              </c:pt>
              <c:pt idx="13">
                <c:v>24</c:v>
              </c:pt>
              <c:pt idx="14">
                <c:v>37</c:v>
              </c:pt>
              <c:pt idx="15">
                <c:v>56</c:v>
              </c:pt>
              <c:pt idx="16">
                <c:v>86</c:v>
              </c:pt>
              <c:pt idx="17">
                <c:v>131</c:v>
              </c:pt>
              <c:pt idx="18">
                <c:v>200</c:v>
              </c:pt>
            </c:numLit>
          </c:cat>
          <c:val>
            <c:numLit>
              <c:formatCode>General</c:formatCode>
              <c:ptCount val="19"/>
              <c:pt idx="0">
                <c:v>0.9996876464081226</c:v>
              </c:pt>
              <c:pt idx="1">
                <c:v>0.9992738214360497</c:v>
              </c:pt>
              <c:pt idx="2">
                <c:v>0.9983131231801305</c:v>
              </c:pt>
              <c:pt idx="3">
                <c:v>0.9960889231112554</c:v>
              </c:pt>
              <c:pt idx="4">
                <c:v>0.9909717385620282</c:v>
              </c:pt>
              <c:pt idx="5">
                <c:v>0.9793662825627605</c:v>
              </c:pt>
              <c:pt idx="6">
                <c:v>0.9538720510349643</c:v>
              </c:pt>
              <c:pt idx="7">
                <c:v>0.9015105773289767</c:v>
              </c:pt>
              <c:pt idx="8">
                <c:v>0.806855788358165</c:v>
              </c:pt>
              <c:pt idx="9">
                <c:v>0.6671057746615174</c:v>
              </c:pt>
              <c:pt idx="10">
                <c:v>0.5063052297303439</c:v>
              </c:pt>
              <c:pt idx="11">
                <c:v>0.359243174642617</c:v>
              </c:pt>
              <c:pt idx="12">
                <c:v>0.24470959263909098</c:v>
              </c:pt>
              <c:pt idx="13">
                <c:v>0.16325287552857237</c:v>
              </c:pt>
              <c:pt idx="14">
                <c:v>0.10785800086059782</c:v>
              </c:pt>
              <c:pt idx="15">
                <c:v>0.0709519071702908</c:v>
              </c:pt>
              <c:pt idx="16">
                <c:v>0.046585942045664845</c:v>
              </c:pt>
              <c:pt idx="17">
                <c:v>0.030562607110356157</c:v>
              </c:pt>
              <c:pt idx="18">
                <c:v>0.020043461997681228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|H(jω)|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Phase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phase</c:v>
          </c:tx>
          <c:spPr>
            <a:ln xmlns:a="http://schemas.openxmlformats.org/drawingml/2006/main" w="28575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0.1</c:v>
              </c:pt>
              <c:pt idx="1">
                <c:v>0.15</c:v>
              </c:pt>
              <c:pt idx="2">
                <c:v>0.23</c:v>
              </c:pt>
              <c:pt idx="3">
                <c:v>0.35</c:v>
              </c:pt>
              <c:pt idx="4">
                <c:v>0.54</c:v>
              </c:pt>
              <c:pt idx="5">
                <c:v>0.83</c:v>
              </c:pt>
              <c:pt idx="6">
                <c:v>1.3</c:v>
              </c:pt>
              <c:pt idx="7">
                <c:v>1.9</c:v>
              </c:pt>
              <c:pt idx="8">
                <c:v>2.9</c:v>
              </c:pt>
              <c:pt idx="9">
                <c:v>4.5</c:v>
              </c:pt>
              <c:pt idx="10">
                <c:v>6.8</c:v>
              </c:pt>
              <c:pt idx="11">
                <c:v>10</c:v>
              </c:pt>
              <c:pt idx="12">
                <c:v>16</c:v>
              </c:pt>
              <c:pt idx="13">
                <c:v>24</c:v>
              </c:pt>
              <c:pt idx="14">
                <c:v>37</c:v>
              </c:pt>
              <c:pt idx="15">
                <c:v>56</c:v>
              </c:pt>
              <c:pt idx="16">
                <c:v>86</c:v>
              </c:pt>
              <c:pt idx="17">
                <c:v>131</c:v>
              </c:pt>
              <c:pt idx="18">
                <c:v>200</c:v>
              </c:pt>
            </c:numLit>
          </c:cat>
          <c:val>
            <c:numLit>
              <c:formatCode>General</c:formatCode>
              <c:ptCount val="19"/>
              <c:pt idx="0">
                <c:v>-1.4320961841646465</c:v>
              </c:pt>
              <c:pt idx="1">
                <c:v>-2.1836630601564466</c:v>
              </c:pt>
              <c:pt idx="2">
                <c:v>-3.3284373320862457</c:v>
              </c:pt>
              <c:pt idx="3">
                <c:v>-5.069060275629527</c:v>
              </c:pt>
              <c:pt idx="4">
                <c:v>-7.704899520693906</c:v>
              </c:pt>
              <c:pt idx="5">
                <c:v>-11.659393770321131</c:v>
              </c:pt>
              <c:pt idx="6">
                <c:v>-17.47042334133242</c:v>
              </c:pt>
              <c:pt idx="7">
                <c:v>-25.64265820815872</c:v>
              </c:pt>
              <c:pt idx="8">
                <c:v>-36.21013882568602</c:v>
              </c:pt>
              <c:pt idx="9">
                <c:v>-48.15592181717367</c:v>
              </c:pt>
              <c:pt idx="10">
                <c:v>-59.58196518986629</c:v>
              </c:pt>
              <c:pt idx="11">
                <c:v>-68.94627593239962</c:v>
              </c:pt>
              <c:pt idx="12">
                <c:v>-75.83532778831842</c:v>
              </c:pt>
              <c:pt idx="13">
                <c:v>-80.60424452937657</c:v>
              </c:pt>
              <c:pt idx="14">
                <c:v>-83.8081466234283</c:v>
              </c:pt>
              <c:pt idx="15">
                <c:v>-85.93133656290802</c:v>
              </c:pt>
              <c:pt idx="16">
                <c:v>-87.32985572816358</c:v>
              </c:pt>
              <c:pt idx="17">
                <c:v>-88.2486188765103</c:v>
              </c:pt>
              <c:pt idx="18">
                <c:v>-88.85151731330407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ω (rad/s), log-spaced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4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degrees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82" name="Rectangle 1026">
            <a:extLst xmlns:a="http://schemas.openxmlformats.org/drawingml/2006/main">
              <a:ext uri="{FF2B5EF4-FFF2-40B4-BE49-F238E27FC236}">
                <a16:creationId xmlns:a16="http://schemas.microsoft.com/office/drawing/2014/main" id="{68B33D87-39B2-40E4-B573-D6EC57588C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39881" y="417655"/>
            <a:ext cx="8512175" cy="7597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EEL 3135 Systems and Signals</a:t>
            </a:r>
          </a:p>
        </p:txBody>
      </p:sp>
      <p:sp>
        <p:nvSpPr>
          <p:cNvPr id="20483" name="Rectangle 1027">
            <a:extLst xmlns:a="http://schemas.openxmlformats.org/drawingml/2006/main">
              <a:ext uri="{FF2B5EF4-FFF2-40B4-BE49-F238E27FC236}">
                <a16:creationId xmlns:a16="http://schemas.microsoft.com/office/drawing/2014/main" id="{98D5AC6A-7FDD-4DBE-844F-C71ACA5E8B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4800" y="1412303"/>
            <a:ext cx="11326585" cy="1143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Frequency Response of an LTIC System</a:t>
            </a:r>
          </a:p>
        </p:txBody>
      </p:sp>
      <p:sp>
        <p:nvSpPr>
          <p:cNvPr id="8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C87E8C8-4A9F-4D91-AF76-FA2511B17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>
                <a:latin typeface="Segoe UI"/>
                <a:ea typeface="Segoe UI"/>
                <a:cs typeface="Segoe UI"/>
              </a:rPr>
              <a:t>1</a:t>
            </a:fld>
            <a:endParaRPr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995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7E1F7708-2E22-4E24-9479-43C0D6E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 sinusoidal-input question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8FD86882-8AC9-43FC-94E5-412A879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CEB68B-1DE5-4A72-9955-F5A09F9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4AE8EF0F-FD7F-4603-A505-E96C89F1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Input</a:t>
            </a:r>
          </a:p>
        </p:txBody>
      </p:sp>
      <p:sp>
        <p:nvSpPr>
          <p:cNvPr id="5" name="Input formula">
            <a:extLst xmlns:a="http://schemas.openxmlformats.org/drawingml/2006/main">
              <a:ext uri="{FF2B5EF4-FFF2-40B4-BE49-F238E27FC236}">
                <a16:creationId xmlns:a16="http://schemas.microsoft.com/office/drawing/2014/main" id="{BC98C3C6-429C-41B8-ACDB-B9048F49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x(t) = A cos(ω₀t + φ)</a:t>
            </a:r>
          </a:p>
        </p:txBody>
      </p:sp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C19C2EB3-A876-4FBA-AD66-D42EA20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What output frequency remains after transients decay?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does the system change amplitude?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How does the system change phase?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0CA428D3-EEDD-48E9-B017-E4A0966F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4191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Frequency response answers all three questions by evaluating the transfer function at s = jω₀.</a:t>
            </a:r>
          </a:p>
        </p:txBody>
      </p:sp>
      <p:sp>
        <p:nvSpPr>
          <p:cNvPr id="8" name="Condition">
            <a:extLst xmlns:a="http://schemas.openxmlformats.org/drawingml/2006/main">
              <a:ext uri="{FF2B5EF4-FFF2-40B4-BE49-F238E27FC236}">
                <a16:creationId xmlns:a16="http://schemas.microsoft.com/office/drawing/2014/main" id="{15E73619-B353-4ED6-8901-F10E2EA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For a stable system, the system-pole terms decay and the sinusoidal input terms remain.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9566B74E-ABD9-42A3-9F26-155DBE0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steady-state output keeps the input frequency.</a:t>
            </a:r>
          </a:p>
        </p:txBody>
      </p:sp>
    </p:spTree>
    <p:extLst>
      <p:ext uri="{BB962C8B-B14F-4D97-AF65-F5344CB8AC3E}">
        <p14:creationId xmlns:p14="http://schemas.microsoft.com/office/powerpoint/2010/main" val="1347204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EBD4229-731E-42C5-8DA4-4249696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Complex exponentials are LTI eigenfunctions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16342084-6626-41B7-B892-C8228B2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AC97A-8612-4D11-8E2E-396DE9A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3338B4CD-9D32-47C1-B03A-B3B2550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Input: x(t) = eʲωᵗ</a:t>
            </a:r>
          </a:p>
        </p:txBody>
      </p:sp>
      <p:sp>
        <p:nvSpPr>
          <p:cNvPr id="5" name="Convolution">
            <a:extLst xmlns:a="http://schemas.openxmlformats.org/drawingml/2006/main">
              <a:ext uri="{FF2B5EF4-FFF2-40B4-BE49-F238E27FC236}">
                <a16:creationId xmlns:a16="http://schemas.microsoft.com/office/drawing/2014/main" id="{FF988C9A-7B10-4D7E-ADF4-554CCFB0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y(t) = ∫ h(τ)eʲω⁽ᵗ⁻τ⁾ dτ</a:t>
            </a:r>
          </a:p>
        </p:txBody>
      </p:sp>
      <p:sp>
        <p:nvSpPr>
          <p:cNvPr id="6" name="Factor">
            <a:extLst xmlns:a="http://schemas.openxmlformats.org/drawingml/2006/main">
              <a:ext uri="{FF2B5EF4-FFF2-40B4-BE49-F238E27FC236}">
                <a16:creationId xmlns:a16="http://schemas.microsoft.com/office/drawing/2014/main" id="{AA3DF4DC-C90E-457C-98AA-04E013DB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= eʲωᵗ ∫ h(τ)e⁻ʲωτ dτ</a:t>
            </a:r>
          </a:p>
        </p:txBody>
      </p:sp>
      <p:sp>
        <p:nvSpPr>
          <p:cNvPr id="7" name="Result">
            <a:extLst xmlns:a="http://schemas.openxmlformats.org/drawingml/2006/main">
              <a:ext uri="{FF2B5EF4-FFF2-40B4-BE49-F238E27FC236}">
                <a16:creationId xmlns:a16="http://schemas.microsoft.com/office/drawing/2014/main" id="{608231F8-84FC-4E1E-910B-45BE6545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= H(jω)eʲωᵗ</a:t>
            </a:r>
          </a:p>
        </p:txBody>
      </p:sp>
      <p:sp>
        <p:nvSpPr>
          <p:cNvPr id="8" name="Meaning">
            <a:extLst xmlns:a="http://schemas.openxmlformats.org/drawingml/2006/main">
              <a:ext uri="{FF2B5EF4-FFF2-40B4-BE49-F238E27FC236}">
                <a16:creationId xmlns:a16="http://schemas.microsoft.com/office/drawing/2014/main" id="{B4F876A9-893B-4078-8B5D-33B6848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286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waveform keeps the same exponential form. The complex number H(jω) supplies the amplitude scale and phase shift.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1150F47F-5EAB-4113-B2C8-372E95D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An LTIC system multiplies each complex sinusoid by H(jω).</a:t>
            </a:r>
          </a:p>
        </p:txBody>
      </p:sp>
    </p:spTree>
    <p:extLst>
      <p:ext uri="{BB962C8B-B14F-4D97-AF65-F5344CB8AC3E}">
        <p14:creationId xmlns:p14="http://schemas.microsoft.com/office/powerpoint/2010/main" val="1937145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94AB3CE8-EAB5-469A-BC1E-3B21463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Real sinusoidal steady state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47E20384-4956-4504-8485-3EC4B0CE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608790B-19C6-48B1-BA72-E9A0F2D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84A99239-8DD6-4A76-85A0-EAA9CA1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x(t) = A cos(ω₀t + φ)</a:t>
            </a:r>
          </a:p>
        </p:txBody>
      </p:sp>
      <p:sp>
        <p:nvSpPr>
          <p:cNvPr id="5" name="System">
            <a:extLst xmlns:a="http://schemas.openxmlformats.org/drawingml/2006/main">
              <a:ext uri="{FF2B5EF4-FFF2-40B4-BE49-F238E27FC236}">
                <a16:creationId xmlns:a16="http://schemas.microsoft.com/office/drawing/2014/main" id="{0D7F617D-B59E-43EE-A9FB-B703212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H(jω₀) = |H(jω₀)|eʲᶿ</a:t>
            </a:r>
          </a:p>
        </p:txBody>
      </p:sp>
      <p:sp>
        <p:nvSpPr>
          <p:cNvPr id="6" name="Output">
            <a:extLst xmlns:a="http://schemas.openxmlformats.org/drawingml/2006/main">
              <a:ext uri="{FF2B5EF4-FFF2-40B4-BE49-F238E27FC236}">
                <a16:creationId xmlns:a16="http://schemas.microsoft.com/office/drawing/2014/main" id="{D6DAC953-9E79-417E-A3FC-FD17D4B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yₛₛ(t) = A|H(jω₀)| cos(ω₀t + φ + θ)</a:t>
            </a:r>
          </a:p>
        </p:txBody>
      </p:sp>
      <p:sp>
        <p:nvSpPr>
          <p:cNvPr id="7" name="Amplitude">
            <a:extLst xmlns:a="http://schemas.openxmlformats.org/drawingml/2006/main">
              <a:ext uri="{FF2B5EF4-FFF2-40B4-BE49-F238E27FC236}">
                <a16:creationId xmlns:a16="http://schemas.microsoft.com/office/drawing/2014/main" id="{C1E0264B-62C6-4F8D-A357-2467CC3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910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Output amplitude</a:t>
            </a:r>
          </a:p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A|H(jω₀)|</a:t>
            </a:r>
          </a:p>
        </p:txBody>
      </p:sp>
      <p:sp>
        <p:nvSpPr>
          <p:cNvPr id="8" name="Phase">
            <a:extLst xmlns:a="http://schemas.openxmlformats.org/drawingml/2006/main">
              <a:ext uri="{FF2B5EF4-FFF2-40B4-BE49-F238E27FC236}">
                <a16:creationId xmlns:a16="http://schemas.microsoft.com/office/drawing/2014/main" id="{EB9EE7D1-9B1B-43E1-87D7-B7428DF5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910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Output phase</a:t>
            </a:r>
          </a:p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φ + ∠H(jω₀)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D5B1DA41-0957-4111-9B0C-B1B401A4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Magnitude changes amplitude. Phase changes timing. Frequency remains ω₀.</a:t>
            </a:r>
          </a:p>
        </p:txBody>
      </p:sp>
    </p:spTree>
    <p:extLst>
      <p:ext uri="{BB962C8B-B14F-4D97-AF65-F5344CB8AC3E}">
        <p14:creationId xmlns:p14="http://schemas.microsoft.com/office/powerpoint/2010/main" val="132766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7B5CFDF-F4AC-4569-B834-395F1E6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Causal sinusoidal input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5CFD2E2E-08D6-4D62-AF62-8FC15B2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F46947-347B-46FC-A342-7B40D23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3664830B-2074-44E9-B2DE-06B6DFE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x(t) = A cos(ω₀t)u(t)</a:t>
            </a:r>
          </a:p>
        </p:txBody>
      </p:sp>
      <p:sp>
        <p:nvSpPr>
          <p:cNvPr id="5" name="Transform">
            <a:extLst xmlns:a="http://schemas.openxmlformats.org/drawingml/2006/main">
              <a:ext uri="{FF2B5EF4-FFF2-40B4-BE49-F238E27FC236}">
                <a16:creationId xmlns:a16="http://schemas.microsoft.com/office/drawing/2014/main" id="{FBC116B1-3A4F-4773-84BC-4A63028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X(s) has poles at s = ±jω₀</a:t>
            </a:r>
          </a:p>
        </p:txBody>
      </p:sp>
      <p:sp>
        <p:nvSpPr>
          <p:cNvPr id="6" name="Product">
            <a:extLst xmlns:a="http://schemas.openxmlformats.org/drawingml/2006/main">
              <a:ext uri="{FF2B5EF4-FFF2-40B4-BE49-F238E27FC236}">
                <a16:creationId xmlns:a16="http://schemas.microsoft.com/office/drawing/2014/main" id="{E25005AF-1D2C-4F96-BFEB-96A04D4D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Y(s) = H(s)X(s)</a:t>
            </a:r>
          </a:p>
        </p:txBody>
      </p:sp>
      <p:sp>
        <p:nvSpPr>
          <p:cNvPr id="7" name="System poles">
            <a:extLst xmlns:a="http://schemas.openxmlformats.org/drawingml/2006/main">
              <a:ext uri="{FF2B5EF4-FFF2-40B4-BE49-F238E27FC236}">
                <a16:creationId xmlns:a16="http://schemas.microsoft.com/office/drawing/2014/main" id="{F0D6A14D-9B43-43AD-A5B0-531E4D9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906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System-pole terms</a:t>
            </a:r>
          </a:p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Transient response</a:t>
            </a:r>
          </a:p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Decay if the system is stable</a:t>
            </a:r>
          </a:p>
        </p:txBody>
      </p:sp>
      <p:sp>
        <p:nvSpPr>
          <p:cNvPr id="8" name="Input poles">
            <a:extLst xmlns:a="http://schemas.openxmlformats.org/drawingml/2006/main">
              <a:ext uri="{FF2B5EF4-FFF2-40B4-BE49-F238E27FC236}">
                <a16:creationId xmlns:a16="http://schemas.microsoft.com/office/drawing/2014/main" id="{B8914BEB-58AE-4933-BD60-E0DA0B7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Input-pole terms at ±jω₀</a:t>
            </a:r>
          </a:p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Sinusoidal steady state</a:t>
            </a:r>
          </a:p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Remain after transients decay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A17B482E-69D5-4DC9-9495-4CC6CE4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complete causal response contains transient and steady-state terms.</a:t>
            </a:r>
          </a:p>
        </p:txBody>
      </p:sp>
    </p:spTree>
    <p:extLst>
      <p:ext uri="{BB962C8B-B14F-4D97-AF65-F5344CB8AC3E}">
        <p14:creationId xmlns:p14="http://schemas.microsoft.com/office/powerpoint/2010/main" val="298325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7CAC761-99E1-49B6-BBDC-E2DE7512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Worked example: complete causal response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2F99D1A4-C44C-4C96-A005-54C7CAE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5FEB283-1EBA-4AB5-B6D3-E0D78DBB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System">
            <a:extLst xmlns:a="http://schemas.openxmlformats.org/drawingml/2006/main">
              <a:ext uri="{FF2B5EF4-FFF2-40B4-BE49-F238E27FC236}">
                <a16:creationId xmlns:a16="http://schemas.microsoft.com/office/drawing/2014/main" id="{D3F23367-6BB6-4A58-956C-2EA19230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4/(s + 4)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3C93FFF7-9FBB-4503-ACC2-E7E05EC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x(t) = 3 cos(2t)u(t)</a:t>
            </a:r>
          </a:p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X(s) = 3s/(s² + 4)</a:t>
            </a:r>
          </a:p>
        </p:txBody>
      </p:sp>
      <p:sp>
        <p:nvSpPr>
          <p:cNvPr id="6" name="Product">
            <a:extLst xmlns:a="http://schemas.openxmlformats.org/drawingml/2006/main">
              <a:ext uri="{FF2B5EF4-FFF2-40B4-BE49-F238E27FC236}">
                <a16:creationId xmlns:a16="http://schemas.microsoft.com/office/drawing/2014/main" id="{1C5F313F-2856-48D9-8E3E-0F7CD54A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Y(s) = 12s/[(s + 4)(s² + 4)]</a:t>
            </a:r>
          </a:p>
        </p:txBody>
      </p:sp>
      <p:sp>
        <p:nvSpPr>
          <p:cNvPr id="7" name="PF">
            <a:extLst xmlns:a="http://schemas.openxmlformats.org/drawingml/2006/main">
              <a:ext uri="{FF2B5EF4-FFF2-40B4-BE49-F238E27FC236}">
                <a16:creationId xmlns:a16="http://schemas.microsoft.com/office/drawing/2014/main" id="{BF77D222-6AF6-42EE-B538-15116DC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Y(s) = −2.4/(s + 4) + (2.4s + 2.4)/(s² + 4)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3110AED6-578D-411D-BD50-39EEE6B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y(t) = [−2.4e⁻⁴ᵗ + 2.4 cos(2t) + 1.2 sin(2t)]u(t)</a:t>
            </a:r>
          </a:p>
        </p:txBody>
      </p:sp>
      <p:sp>
        <p:nvSpPr>
          <p:cNvPr id="9" name="Check">
            <a:extLst xmlns:a="http://schemas.openxmlformats.org/drawingml/2006/main">
              <a:ext uri="{FF2B5EF4-FFF2-40B4-BE49-F238E27FC236}">
                <a16:creationId xmlns:a16="http://schemas.microsoft.com/office/drawing/2014/main" id="{0E4174AA-4D92-4CEE-9922-48DFBD49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y(0⁺) = 0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2412D41E-2D3A-4A6C-A0D8-93113A2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−4 pole produces the transient. The ±j2 poles produce the sinusoidal steady state.</a:t>
            </a:r>
          </a:p>
        </p:txBody>
      </p:sp>
    </p:spTree>
    <p:extLst>
      <p:ext uri="{BB962C8B-B14F-4D97-AF65-F5344CB8AC3E}">
        <p14:creationId xmlns:p14="http://schemas.microsoft.com/office/powerpoint/2010/main" val="13692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A5545270-6C63-4193-BC96-CBBFDAC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Transient and steady-state components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B11D176D-38C2-4055-A68F-05663F3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D7FC948-7365-48E2-A02A-464D8AB4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ransient">
            <a:extLst xmlns:a="http://schemas.openxmlformats.org/drawingml/2006/main">
              <a:ext uri="{FF2B5EF4-FFF2-40B4-BE49-F238E27FC236}">
                <a16:creationId xmlns:a16="http://schemas.microsoft.com/office/drawing/2014/main" id="{EA311964-B6D8-4F93-A467-43AB038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y_tr(t) = −2.4e⁻⁴ᵗ</a:t>
            </a:r>
          </a:p>
        </p:txBody>
      </p:sp>
      <p:sp>
        <p:nvSpPr>
          <p:cNvPr id="5" name="SS">
            <a:extLst xmlns:a="http://schemas.openxmlformats.org/drawingml/2006/main">
              <a:ext uri="{FF2B5EF4-FFF2-40B4-BE49-F238E27FC236}">
                <a16:creationId xmlns:a16="http://schemas.microsoft.com/office/drawing/2014/main" id="{EDAFC818-CC1B-470D-A82B-BABDB3B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y_ss(t) = 2.4 cos(2t) + 1.2 sin(2t)</a:t>
            </a:r>
          </a:p>
        </p:txBody>
      </p:sp>
      <p:sp>
        <p:nvSpPr>
          <p:cNvPr id="6" name="Combined">
            <a:extLst xmlns:a="http://schemas.openxmlformats.org/drawingml/2006/main">
              <a:ext uri="{FF2B5EF4-FFF2-40B4-BE49-F238E27FC236}">
                <a16:creationId xmlns:a16="http://schemas.microsoft.com/office/drawing/2014/main" id="{1EE5477A-26FC-4F51-A917-D568463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y_ss(t) = (6/√5) cos[2t − tan⁻¹(1/2)]</a:t>
            </a:r>
          </a:p>
        </p:txBody>
      </p:sp>
      <p:sp>
        <p:nvSpPr>
          <p:cNvPr id="7" name="Meaning">
            <a:extLst xmlns:a="http://schemas.openxmlformats.org/drawingml/2006/main">
              <a:ext uri="{FF2B5EF4-FFF2-40B4-BE49-F238E27FC236}">
                <a16:creationId xmlns:a16="http://schemas.microsoft.com/office/drawing/2014/main" id="{71A082C0-1C01-44EF-8EF3-0916B3F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After the transient decays, only the sinusoid remains.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787E41D-4B9B-45F2-B44A-88B4F602C5DB}"/>
              </a:ext>
            </a:extLst>
          </p:cNvPr>
          <p:cNvGraphicFramePr/>
          <p:nvPr/>
        </p:nvGraphicFramePr>
        <p:xfrm>
          <a:off xmlns:a="http://schemas.openxmlformats.org/drawingml/2006/main" x="5429250" y="1047750"/>
          <a:ext xmlns:a="http://schemas.openxmlformats.org/drawingml/2006/main" cx="595312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fbb34d0bba411c"/>
          </a:graphicData>
        </a:graphic>
      </p:graphicFrame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09FD5FE3-0CA4-4DCF-8C22-3FEA7399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Steady state describes what remains, not the complete response immediately after t = 0.</a:t>
            </a:r>
          </a:p>
        </p:txBody>
      </p:sp>
    </p:spTree>
    <p:extLst>
      <p:ext uri="{BB962C8B-B14F-4D97-AF65-F5344CB8AC3E}">
        <p14:creationId xmlns:p14="http://schemas.microsoft.com/office/powerpoint/2010/main" val="39601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32A79A0-73DA-4666-8594-20383C09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1: Identify the response components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D50533ED-6297-4C0A-9205-8605ED35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C2AF453-0B2B-409A-B1B1-316C315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Prompt">
            <a:extLst xmlns:a="http://schemas.openxmlformats.org/drawingml/2006/main">
              <a:ext uri="{FF2B5EF4-FFF2-40B4-BE49-F238E27FC236}">
                <a16:creationId xmlns:a16="http://schemas.microsoft.com/office/drawing/2014/main" id="{61A801A5-6DB6-44C6-B03F-517ED45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0477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For the response below, which term is the transient?</a:t>
            </a:r>
          </a:p>
        </p:txBody>
      </p:sp>
      <p:sp>
        <p:nvSpPr>
          <p:cNvPr id="5" name="Response">
            <a:extLst xmlns:a="http://schemas.openxmlformats.org/drawingml/2006/main">
              <a:ext uri="{FF2B5EF4-FFF2-40B4-BE49-F238E27FC236}">
                <a16:creationId xmlns:a16="http://schemas.microsoft.com/office/drawing/2014/main" id="{36E3BA58-8A5F-4FDD-A0A4-892057F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y(t) = [−2.4e⁻⁴ᵗ + 2.4 cos(2t) + 1.2 sin(2t)]u(t)</a:t>
            </a:r>
          </a:p>
        </p:txBody>
      </p:sp>
      <p:sp>
        <p:nvSpPr>
          <p:cNvPr id="6" name="Option 1">
            <a:extLst xmlns:a="http://schemas.openxmlformats.org/drawingml/2006/main">
              <a:ext uri="{FF2B5EF4-FFF2-40B4-BE49-F238E27FC236}">
                <a16:creationId xmlns:a16="http://schemas.microsoft.com/office/drawing/2014/main" id="{1E43C513-1864-4202-806E-F2F7751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−2.4e⁻⁴ᵗ</a:t>
            </a:r>
          </a:p>
        </p:txBody>
      </p:sp>
      <p:sp>
        <p:nvSpPr>
          <p:cNvPr id="7" name="Option 2">
            <a:extLst xmlns:a="http://schemas.openxmlformats.org/drawingml/2006/main">
              <a:ext uri="{FF2B5EF4-FFF2-40B4-BE49-F238E27FC236}">
                <a16:creationId xmlns:a16="http://schemas.microsoft.com/office/drawing/2014/main" id="{892F673F-45C1-4C79-9B24-5A5A1CF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81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2.4 cos(2t)</a:t>
            </a:r>
          </a:p>
        </p:txBody>
      </p:sp>
      <p:sp>
        <p:nvSpPr>
          <p:cNvPr id="8" name="Option 3">
            <a:extLst xmlns:a="http://schemas.openxmlformats.org/drawingml/2006/main">
              <a:ext uri="{FF2B5EF4-FFF2-40B4-BE49-F238E27FC236}">
                <a16:creationId xmlns:a16="http://schemas.microsoft.com/office/drawing/2014/main" id="{07E09158-01D0-460D-BDBF-0C922D0F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24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1.2 sin(2t)</a:t>
            </a:r>
          </a:p>
        </p:txBody>
      </p:sp>
      <p:sp>
        <p:nvSpPr>
          <p:cNvPr id="9" name="Option 4">
            <a:extLst xmlns:a="http://schemas.openxmlformats.org/drawingml/2006/main">
              <a:ext uri="{FF2B5EF4-FFF2-40B4-BE49-F238E27FC236}">
                <a16:creationId xmlns:a16="http://schemas.microsoft.com/office/drawing/2014/main" id="{507BAD9D-C8D9-4272-92FD-EF69D0F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768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Both sinusoidal terms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EBB62C28-4934-41AE-8612-0D256025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Find the term generated by the stable system pole.</a:t>
            </a:r>
          </a:p>
        </p:txBody>
      </p:sp>
    </p:spTree>
    <p:extLst>
      <p:ext uri="{BB962C8B-B14F-4D97-AF65-F5344CB8AC3E}">
        <p14:creationId xmlns:p14="http://schemas.microsoft.com/office/powerpoint/2010/main" val="14460978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D1775BA-98F2-413A-88E8-3B897D02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Direct evaluation with H(jω)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6B9C3FAE-B93E-4EA2-AD79-F03287DD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4F4CC32-223D-455B-B2A9-C0103A6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Evaluation">
            <a:extLst xmlns:a="http://schemas.openxmlformats.org/drawingml/2006/main">
              <a:ext uri="{FF2B5EF4-FFF2-40B4-BE49-F238E27FC236}">
                <a16:creationId xmlns:a16="http://schemas.microsoft.com/office/drawing/2014/main" id="{73C53C3E-5F29-476B-A1C8-87C26C0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H(j2) = 4/(4 + j2)</a:t>
            </a:r>
          </a:p>
        </p:txBody>
      </p:sp>
      <p:sp>
        <p:nvSpPr>
          <p:cNvPr id="5" name="Magnitude">
            <a:extLst xmlns:a="http://schemas.openxmlformats.org/drawingml/2006/main">
              <a:ext uri="{FF2B5EF4-FFF2-40B4-BE49-F238E27FC236}">
                <a16:creationId xmlns:a16="http://schemas.microsoft.com/office/drawing/2014/main" id="{382E76FA-6EA4-4629-A4AF-F437586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|H(j2)| = 4/√20 = 2/√5</a:t>
            </a:r>
          </a:p>
        </p:txBody>
      </p:sp>
      <p:sp>
        <p:nvSpPr>
          <p:cNvPr id="6" name="Phase">
            <a:extLst xmlns:a="http://schemas.openxmlformats.org/drawingml/2006/main">
              <a:ext uri="{FF2B5EF4-FFF2-40B4-BE49-F238E27FC236}">
                <a16:creationId xmlns:a16="http://schemas.microsoft.com/office/drawing/2014/main" id="{BDE1673A-692A-41E2-B767-84FFBBE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∠H(j2) = −tan⁻¹(1/2)</a:t>
            </a:r>
          </a:p>
        </p:txBody>
      </p:sp>
      <p:sp>
        <p:nvSpPr>
          <p:cNvPr id="7" name="Output">
            <a:extLst xmlns:a="http://schemas.openxmlformats.org/drawingml/2006/main">
              <a:ext uri="{FF2B5EF4-FFF2-40B4-BE49-F238E27FC236}">
                <a16:creationId xmlns:a16="http://schemas.microsoft.com/office/drawing/2014/main" id="{CE05D149-242C-47AE-B4E6-F4BD7350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0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Input amplitude: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Output amplitude: 3(2/√5) = 6/√5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Output phase: −tan⁻¹(1/2)</a:t>
            </a:r>
          </a:p>
        </p:txBody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0053CDE3-9DBF-4849-B908-06547C9E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y_ss(t) = (6/√5) cos[2t − tan⁻¹(1/2)]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15234540-BB9A-4FD1-8E0F-9D7CDB5C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H(jω) gives the steady-state sinusoid without calculating the transient.</a:t>
            </a:r>
          </a:p>
        </p:txBody>
      </p:sp>
    </p:spTree>
    <p:extLst>
      <p:ext uri="{BB962C8B-B14F-4D97-AF65-F5344CB8AC3E}">
        <p14:creationId xmlns:p14="http://schemas.microsoft.com/office/powerpoint/2010/main" val="432409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D0899BF-67CA-48AF-8906-B1EFC7EA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Phase shift in the time domain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675392FA-A687-400E-B3A6-AE70F2FE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59F3D4E-EEFC-4788-8C45-44C09E16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Example">
            <a:extLst xmlns:a="http://schemas.openxmlformats.org/drawingml/2006/main">
              <a:ext uri="{FF2B5EF4-FFF2-40B4-BE49-F238E27FC236}">
                <a16:creationId xmlns:a16="http://schemas.microsoft.com/office/drawing/2014/main" id="{EE1C4C01-5E9B-4CDC-83A2-E0511C5C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H(j2) has phase −26.6°. The output lags the input.</a:t>
            </a:r>
          </a:p>
        </p:txBody>
      </p:sp>
      <p:sp>
        <p:nvSpPr>
          <p:cNvPr id="5" name="Delay">
            <a:extLst xmlns:a="http://schemas.openxmlformats.org/drawingml/2006/main">
              <a:ext uri="{FF2B5EF4-FFF2-40B4-BE49-F238E27FC236}">
                <a16:creationId xmlns:a16="http://schemas.microsoft.com/office/drawing/2014/main" id="{527C43E7-10B0-465E-9DA4-1D897D4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Equivalent time shift: Δt = 26.6°/(360° · f)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B613E5A-EE64-47A6-9967-2033C27307FB}"/>
              </a:ext>
            </a:extLst>
          </p:cNvPr>
          <p:cNvGraphicFramePr/>
          <p:nvPr/>
        </p:nvGraphicFramePr>
        <p:xfrm>
          <a:off xmlns:a="http://schemas.openxmlformats.org/drawingml/2006/main" x="1143000" y="2571750"/>
          <a:ext xmlns:a="http://schemas.openxmlformats.org/drawingml/2006/main" cx="99060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9c7e914ae848e8"/>
          </a:graphicData>
        </a:graphic>
      </p:graphicFrame>
      <p:sp>
        <p:nvSpPr>
          <p:cNvPr id="7" name="Key message">
            <a:extLst xmlns:a="http://schemas.openxmlformats.org/drawingml/2006/main">
              <a:ext uri="{FF2B5EF4-FFF2-40B4-BE49-F238E27FC236}">
                <a16:creationId xmlns:a16="http://schemas.microsoft.com/office/drawing/2014/main" id="{38D51B56-A88F-4654-9288-5D72B4D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Phase angle describes a timing shift relative to the input sinusoid.</a:t>
            </a:r>
          </a:p>
        </p:txBody>
      </p:sp>
    </p:spTree>
    <p:extLst>
      <p:ext uri="{BB962C8B-B14F-4D97-AF65-F5344CB8AC3E}">
        <p14:creationId xmlns:p14="http://schemas.microsoft.com/office/powerpoint/2010/main" val="1875453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873D2A6-7869-4B05-9411-BCCA0BF5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Frequency sweep of a first-order system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A949C64D-85DC-4BB3-9E44-46B0A44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087CD04-D9EF-4910-A758-5A265D02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System">
            <a:extLst xmlns:a="http://schemas.openxmlformats.org/drawingml/2006/main">
              <a:ext uri="{FF2B5EF4-FFF2-40B4-BE49-F238E27FC236}">
                <a16:creationId xmlns:a16="http://schemas.microsoft.com/office/drawing/2014/main" id="{A529C1E2-0BAC-479F-B568-26DC09D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572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H(s) = 4/(s + 4)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CCE241B-BB4D-4C1F-9303-5CB6C5EF9BF3}"/>
              </a:ext>
            </a:extLst>
          </p:cNvPr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b87adeefc74d3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5FA4E04-58F6-412E-99A7-946FF1FCA282}"/>
              </a:ext>
            </a:extLst>
          </p:cNvPr>
          <p:cNvGraphicFramePr/>
          <p:nvPr/>
        </p:nvGraphicFramePr>
        <p:xfrm>
          <a:off xmlns:a="http://schemas.openxmlformats.org/drawingml/2006/main" x="6238875" y="1524000"/>
          <a:ext xmlns:a="http://schemas.openxmlformats.org/drawingml/2006/main" cx="54292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6a2ee3b2c34e17"/>
          </a:graphicData>
        </a:graphic>
      </p:graphicFrame>
      <p:sp>
        <p:nvSpPr>
          <p:cNvPr id="7" name="Key message">
            <a:extLst xmlns:a="http://schemas.openxmlformats.org/drawingml/2006/main">
              <a:ext uri="{FF2B5EF4-FFF2-40B4-BE49-F238E27FC236}">
                <a16:creationId xmlns:a16="http://schemas.microsoft.com/office/drawing/2014/main" id="{7706ADB0-E1BF-4ACA-A12B-A2593722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Low frequencies pass with little change. High frequencies are attenuated and delayed more strongly.</a:t>
            </a:r>
          </a:p>
        </p:txBody>
      </p:sp>
    </p:spTree>
    <p:extLst>
      <p:ext uri="{BB962C8B-B14F-4D97-AF65-F5344CB8AC3E}">
        <p14:creationId xmlns:p14="http://schemas.microsoft.com/office/powerpoint/2010/main" val="2138107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A862EBC-39A9-4650-8004-513C9153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2: Predict a steady-state output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26B611EC-75F9-4A93-8C42-8BAD655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3BCCADA-DE13-4FA4-931D-92456A19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Given">
            <a:extLst xmlns:a="http://schemas.openxmlformats.org/drawingml/2006/main">
              <a:ext uri="{FF2B5EF4-FFF2-40B4-BE49-F238E27FC236}">
                <a16:creationId xmlns:a16="http://schemas.microsoft.com/office/drawing/2014/main" id="{0EA69439-B391-4E13-BE33-3BF2F66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H(j3) = 0.4e⁻ʲπ⁄⁶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888FD134-F606-4E47-916A-548F4874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x(t) = 5 cos(3t + π/4)</a:t>
            </a:r>
          </a:p>
        </p:txBody>
      </p:sp>
      <p:sp>
        <p:nvSpPr>
          <p:cNvPr id="6" name="Option 1">
            <a:extLst xmlns:a="http://schemas.openxmlformats.org/drawingml/2006/main">
              <a:ext uri="{FF2B5EF4-FFF2-40B4-BE49-F238E27FC236}">
                <a16:creationId xmlns:a16="http://schemas.microsoft.com/office/drawing/2014/main" id="{D586AD6A-BD10-4008-915E-2CEA14C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2 cos(3t + π/12)</a:t>
            </a:r>
          </a:p>
        </p:txBody>
      </p:sp>
      <p:sp>
        <p:nvSpPr>
          <p:cNvPr id="7" name="Option 2">
            <a:extLst xmlns:a="http://schemas.openxmlformats.org/drawingml/2006/main">
              <a:ext uri="{FF2B5EF4-FFF2-40B4-BE49-F238E27FC236}">
                <a16:creationId xmlns:a16="http://schemas.microsoft.com/office/drawing/2014/main" id="{2AB49A81-AAE3-4FDC-82F2-D7CB60D0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95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2 cos(3t + 5π/12)</a:t>
            </a:r>
          </a:p>
        </p:txBody>
      </p:sp>
      <p:sp>
        <p:nvSpPr>
          <p:cNvPr id="8" name="Option 3">
            <a:extLst xmlns:a="http://schemas.openxmlformats.org/drawingml/2006/main">
              <a:ext uri="{FF2B5EF4-FFF2-40B4-BE49-F238E27FC236}">
                <a16:creationId xmlns:a16="http://schemas.microsoft.com/office/drawing/2014/main" id="{4B023FDB-0A94-4D86-BBAC-8F81B57B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529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5 cos(3t − π/6)</a:t>
            </a:r>
          </a:p>
        </p:txBody>
      </p:sp>
      <p:sp>
        <p:nvSpPr>
          <p:cNvPr id="9" name="Option 4">
            <a:extLst xmlns:a="http://schemas.openxmlformats.org/drawingml/2006/main">
              <a:ext uri="{FF2B5EF4-FFF2-40B4-BE49-F238E27FC236}">
                <a16:creationId xmlns:a16="http://schemas.microsoft.com/office/drawing/2014/main" id="{E57890F3-ABA4-41AA-85D8-7D828E8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0.4 cos(3t + π/4)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A05E7D14-69B1-4456-B87D-A15A439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Multiply amplitudes and add phases.</a:t>
            </a:r>
          </a:p>
        </p:txBody>
      </p:sp>
    </p:spTree>
    <p:extLst>
      <p:ext uri="{BB962C8B-B14F-4D97-AF65-F5344CB8AC3E}">
        <p14:creationId xmlns:p14="http://schemas.microsoft.com/office/powerpoint/2010/main" val="525449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483CB9D0-EE4B-48A8-AB24-D74711CE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Conditions and interpretation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82E5FBCC-8B34-4BD0-B67E-9702B02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B3415A-D7D6-4065-8E53-D606362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Stable">
            <a:extLst xmlns:a="http://schemas.openxmlformats.org/drawingml/2006/main">
              <a:ext uri="{FF2B5EF4-FFF2-40B4-BE49-F238E27FC236}">
                <a16:creationId xmlns:a16="http://schemas.microsoft.com/office/drawing/2014/main" id="{A4119989-68FB-4954-9219-99200E6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477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Stable system</a:t>
            </a:r>
          </a:p>
        </p:txBody>
      </p:sp>
      <p:sp>
        <p:nvSpPr>
          <p:cNvPr id="5" name="Stable text">
            <a:extLst xmlns:a="http://schemas.openxmlformats.org/drawingml/2006/main">
              <a:ext uri="{FF2B5EF4-FFF2-40B4-BE49-F238E27FC236}">
                <a16:creationId xmlns:a16="http://schemas.microsoft.com/office/drawing/2014/main" id="{FA8E4C49-A996-4EAC-BEC0-12109DF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System-pole terms decay. The sinusoidal term describes the long-term output.</a:t>
            </a:r>
          </a:p>
        </p:txBody>
      </p:sp>
      <p:sp>
        <p:nvSpPr>
          <p:cNvPr id="6" name="Finite">
            <a:extLst xmlns:a="http://schemas.openxmlformats.org/drawingml/2006/main">
              <a:ext uri="{FF2B5EF4-FFF2-40B4-BE49-F238E27FC236}">
                <a16:creationId xmlns:a16="http://schemas.microsoft.com/office/drawing/2014/main" id="{A09D36BD-21FB-49F3-B378-32F79634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Finite H(jω₀)</a:t>
            </a:r>
          </a:p>
        </p:txBody>
      </p:sp>
      <p:sp>
        <p:nvSpPr>
          <p:cNvPr id="7" name="Finite text">
            <a:extLst xmlns:a="http://schemas.openxmlformats.org/drawingml/2006/main">
              <a:ext uri="{FF2B5EF4-FFF2-40B4-BE49-F238E27FC236}">
                <a16:creationId xmlns:a16="http://schemas.microsoft.com/office/drawing/2014/main" id="{DF351E68-A9A8-4A62-B868-386F38C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 pole at jω₀ invalidates the bounded steady-state formula. A zero at jω₀ can eliminate the steady-state output.</a:t>
            </a:r>
          </a:p>
        </p:txBody>
      </p:sp>
      <p:sp>
        <p:nvSpPr>
          <p:cNvPr id="8" name="IC">
            <a:extLst xmlns:a="http://schemas.openxmlformats.org/drawingml/2006/main">
              <a:ext uri="{FF2B5EF4-FFF2-40B4-BE49-F238E27FC236}">
                <a16:creationId xmlns:a16="http://schemas.microsoft.com/office/drawing/2014/main" id="{216BDAD4-C140-46F1-9EE6-508448C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1000"/>
            <a:ext cx="676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Nonzero initial conditions add a zero-input response. For a stable system, that contribution also decays.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57A46ECC-A058-4B1D-9A65-73F7B7BE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H(jω) predicts sinusoidal steady state, not every term in the initial transient.</a:t>
            </a:r>
          </a:p>
        </p:txBody>
      </p:sp>
    </p:spTree>
    <p:extLst>
      <p:ext uri="{BB962C8B-B14F-4D97-AF65-F5344CB8AC3E}">
        <p14:creationId xmlns:p14="http://schemas.microsoft.com/office/powerpoint/2010/main" val="1546899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13C779-197A-4FA2-AC91-C09CC52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Frequency-response skills to retain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22282504-D0B2-4119-8A84-5189652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DDC0D9-84F5-4617-88F3-909DB4A4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0CDCEDF2-C319-418E-B759-77100A69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 complex exponentials to explain why frequency is preserved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Separate system-pole transients from input-pole sinusoidal terms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Evaluate H(jω) at the input frequency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Scale the input amplitude by |H(jω)|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Add ∠H(jω) to the input phase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Check stability and initial-condition assumptions</a:t>
            </a:r>
          </a:p>
        </p:txBody>
      </p:sp>
      <p:sp>
        <p:nvSpPr>
          <p:cNvPr id="5" name="Key message">
            <a:extLst xmlns:a="http://schemas.openxmlformats.org/drawingml/2006/main">
              <a:ext uri="{FF2B5EF4-FFF2-40B4-BE49-F238E27FC236}">
                <a16:creationId xmlns:a16="http://schemas.microsoft.com/office/drawing/2014/main" id="{A58374EA-FC75-43C1-A9F1-EC992F31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next step is the Bode plot, which displays H(jω) across many frequencies.</a:t>
            </a:r>
          </a:p>
        </p:txBody>
      </p:sp>
    </p:spTree>
    <p:extLst>
      <p:ext uri="{BB962C8B-B14F-4D97-AF65-F5344CB8AC3E}">
        <p14:creationId xmlns:p14="http://schemas.microsoft.com/office/powerpoint/2010/main" val="121415605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2026-10-29T02:20:00.0610000Z</dcterms:created>
  <dcterms:modified xsi:type="dcterms:W3CDTF">2026-10-29T02:20:00.0610000Z</dcterms:modified>
</coreProperties>
</file>